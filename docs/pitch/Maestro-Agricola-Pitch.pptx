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f469493ac164a10" /><Relationship Type="http://schemas.openxmlformats.org/officeDocument/2006/relationships/extended-properties" Target="/docProps/app.xml" Id="R10914ed2b675405e" /><Relationship Type="http://schemas.openxmlformats.org/officeDocument/2006/relationships/officeDocument" Target="/ppt/presentation.xml" Id="Rb620828090cf4f5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18aa205c22243a4"/>
  </p:sldMasterIdLst>
  <p:notesMasterIdLst>
    <p:notesMasterId xmlns:r="http://schemas.openxmlformats.org/officeDocument/2006/relationships" r:id="R69f6147efba64102"/>
  </p:notesMasterIdLst>
  <p:sldIdLst>
    <p:sldId xmlns:r="http://schemas.openxmlformats.org/officeDocument/2006/relationships" id="256" r:id="R54ebf83a27ef490d"/>
    <p:sldId xmlns:r="http://schemas.openxmlformats.org/officeDocument/2006/relationships" id="257" r:id="R4a908d974e0c4acb"/>
    <p:sldId xmlns:r="http://schemas.openxmlformats.org/officeDocument/2006/relationships" id="258" r:id="Re2caa69419e4406c"/>
    <p:sldId xmlns:r="http://schemas.openxmlformats.org/officeDocument/2006/relationships" id="259" r:id="Rf8a9cdd4242147ee"/>
    <p:sldId xmlns:r="http://schemas.openxmlformats.org/officeDocument/2006/relationships" id="260" r:id="R9f6c771edeac4823"/>
    <p:sldId xmlns:r="http://schemas.openxmlformats.org/officeDocument/2006/relationships" id="261" r:id="Rafae9b3132d747d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ee2fd5120354d31" /><Relationship Type="http://schemas.openxmlformats.org/officeDocument/2006/relationships/slideMaster" Target="/ppt/slideMasters/slideMaster1.xml" Id="Re18aa205c22243a4" /><Relationship Type="http://schemas.openxmlformats.org/officeDocument/2006/relationships/notesMaster" Target="/ppt/notesMasters/notesMaster1.xml" Id="R69f6147efba64102" /><Relationship Type="http://schemas.openxmlformats.org/officeDocument/2006/relationships/presProps" Target="/ppt/presProps.xml" Id="R131e0335c98e4f26" /><Relationship Type="http://schemas.openxmlformats.org/officeDocument/2006/relationships/tableStyles" Target="/ppt/tableStyles.xml" Id="R0a866697660946e6" /><Relationship Type="http://schemas.openxmlformats.org/officeDocument/2006/relationships/slide" Target="/ppt/slides/slide1.xml" Id="R54ebf83a27ef490d" /><Relationship Type="http://schemas.openxmlformats.org/officeDocument/2006/relationships/slide" Target="/ppt/slides/slide2.xml" Id="R4a908d974e0c4acb" /><Relationship Type="http://schemas.openxmlformats.org/officeDocument/2006/relationships/slide" Target="/ppt/slides/slide3.xml" Id="Re2caa69419e4406c" /><Relationship Type="http://schemas.openxmlformats.org/officeDocument/2006/relationships/slide" Target="/ppt/slides/slide4.xml" Id="Rf8a9cdd4242147ee" /><Relationship Type="http://schemas.openxmlformats.org/officeDocument/2006/relationships/slide" Target="/ppt/slides/slide5.xml" Id="R9f6c771edeac4823" /><Relationship Type="http://schemas.openxmlformats.org/officeDocument/2006/relationships/slide" Target="/ppt/slides/slide6.xml" Id="Rafae9b3132d747d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65a145adf9a40a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772b869bb464cda" /><Relationship Type="http://schemas.openxmlformats.org/officeDocument/2006/relationships/notesMaster" Target="/ppt/notesMasters/notesMaster1.xml" Id="Rebb56d5fb9fb425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a5730cb9d6f48a0" /><Relationship Type="http://schemas.openxmlformats.org/officeDocument/2006/relationships/notesMaster" Target="/ppt/notesMasters/notesMaster1.xml" Id="R41add62a22194a7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57b51a3e82a4734" /><Relationship Type="http://schemas.openxmlformats.org/officeDocument/2006/relationships/notesMaster" Target="/ppt/notesMasters/notesMaster1.xml" Id="Rb03219853c0a410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768b757b3ba46bf" /><Relationship Type="http://schemas.openxmlformats.org/officeDocument/2006/relationships/notesMaster" Target="/ppt/notesMasters/notesMaster1.xml" Id="R683dc4f86f6045c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4e28384a9f144ca" /><Relationship Type="http://schemas.openxmlformats.org/officeDocument/2006/relationships/notesMaster" Target="/ppt/notesMasters/notesMaster1.xml" Id="Rca75290dd19149e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8905fe81b2b4358" /><Relationship Type="http://schemas.openxmlformats.org/officeDocument/2006/relationships/notesMaster" Target="/ppt/notesMasters/notesMaster1.xml" Id="R9af7247738f04c8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Imagine um operador no meio da lavoura, com as mãos ocupadas, acompanhando um robô autônomo. A máquina já navega; mesmo assim, indicar uma nova área ainda pode exigir parar e abrir uma tela. O Maestro Agrícola muda essa conversa: olhar, falar e confirmar.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docs/proposta/versao-resumida.md, equipe AgroTurtles, revisão de 18 ago. 2026.</a:t>
            </a:r>
          </a:p>
          <a:p xmlns:a="http://schemas.openxmlformats.org/drawingml/2006/main">
            <a:r>
              <a:t>- Imagem original gerada para esta apresentação com OpenAI Image Generation em 16 ago. 2026; sem fotografia externa.</a:t>
            </a:r>
          </a:p>
          <a:p xmlns:a="http://schemas.openxmlformats.org/drawingml/2006/main">
            <a:r>
              <a:t>- Identidade visual e logos: assets/brand, equipe AgroTurtles, 19 ago.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No sol, na poeira e com luvas, um notebook ou tablet adiciona atrito justamente onde a interface deveria desaparecer. Nosso usuário inicial é o operador que acompanha uma máquina conectada e precisa indicar rapidamente uma área de trabalho. O problema não é a autonomia do robô. É a forma como o humano conversa com ela.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docs/proposta/versao-tecnica.md, equipe AgroTurtles, revisão de 18 ago. 2026.</a:t>
            </a:r>
          </a:p>
          <a:p xmlns:a="http://schemas.openxmlformats.org/drawingml/2006/main">
            <a:r>
              <a:t>- Identidade visual e logos: assets/brand, equipe AgroTurtles, 18 ago.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 jornada tem três ações. Olhar: uma placa legível e seu QR identificam o plot três, associado a uma pose segura. Falar: o reconhecimento nativo transcreve a voz; depois, um classificador softmax de 65 kilobytes, treinado com 96 frases, roda no celular e retorna pulverizar, confirmar, cancelar ou desconhecido. Se o operador disser “no plot três”, o ID falado também é validado. Confirmar: o Maestro repete o alvo. Abaixo de 40% de confiança, ou se voz e câmera discordarem, nada é enviado.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shared/ai/intent_model.json e shared/ai/evaluation.json, equipe AgroTurtles, 18 ago. 2026.</a:t>
            </a:r>
          </a:p>
          <a:p xmlns:a="http://schemas.openxmlformats.org/drawingml/2006/main">
            <a:r>
              <a:t>- shared/target/target_resolution_cases.json, equipe AgroTurtles, 18 ago. 2026.</a:t>
            </a:r>
          </a:p>
          <a:p xmlns:a="http://schemas.openxmlformats.org/drawingml/2006/main">
            <a:r>
              <a:t>- Meta Wearables DAT CameraAccess: https://github.com/facebook/meta-wearables-dat-android/tree/main/samples/CameraAccess</a:t>
            </a:r>
          </a:p>
          <a:p xmlns:a="http://schemas.openxmlformats.org/drawingml/2006/main">
            <a:r>
              <a:t>- Identidade visual e logos: assets/brand, equipe AgroTurtles, 18 ago.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Por dentro, a câmera entra pelo DAT. Voz e TTS usam recursos nativos do celular, com o telefone como fallback. O app Kotlin consome a IA local, o catálogo de plots e o contrato versionado. Após a confirmação, um JSON com validade curta chega ao bridge, que valida e entrega uma meta ao Nav2 no Gazebo. Como o DAT público não documenta pose ou IMU, o MVP usa um alvo mapeado; GPS do operador não vira destino do robô.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Meta Wearables Developer Center: https://wearables.developer.meta.com/docs/develop/dat/getting-started-toolkit</a:t>
            </a:r>
          </a:p>
          <a:p xmlns:a="http://schemas.openxmlformats.org/drawingml/2006/main">
            <a:r>
              <a:t>- Meta Wearables DAT Android CameraAccess sample: https://github.com/facebook/meta-wearables-dat-android/tree/main/samples/CameraAccess</a:t>
            </a:r>
          </a:p>
          <a:p xmlns:a="http://schemas.openxmlformats.org/drawingml/2006/main">
            <a:r>
              <a:t>- A ausência de pose/IMU é uma inferência a partir das APIs públicas consultadas; validar novamente contra a versão do SDK usada no evento.</a:t>
            </a:r>
          </a:p>
          <a:p xmlns:a="http://schemas.openxmlformats.org/drawingml/2006/main">
            <a:r>
              <a:t>- docs/architecture.md, equipe AgroTurtles, revisão de 18 ago. 2026.</a:t>
            </a:r>
          </a:p>
          <a:p xmlns:a="http://schemas.openxmlformats.org/drawingml/2006/main">
            <a:r>
              <a:t>- Identidade visual e logos: assets/brand, equipe AgroTurtles, 18 ago.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Hoje já provamos três sinais: a placa completa foi decodificada como plot três; a política local obteve 15 de 16 acertos operacionais; e o cliente recebeu ACCEPTED, ativou o Nav2 e mudou a odometria do TurtleBot. “Cancelar” foi recusado sem movimento. O desenho cobre IA, câmera e voz, áudio, privacidade e captura sob demanda. O próximo gate é compilar no Android e validar DAT, latência, bateria e rota Bluetooth com os óculos reais.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tests/test_qr_target_detector.py e make vision-smoke, equipe AgroTurtles, 18 ago. 2026.</a:t>
            </a:r>
          </a:p>
          <a:p xmlns:a="http://schemas.openxmlformats.org/drawingml/2006/main">
            <a:r>
              <a:t>- shared/ai/evaluation.json, conjunto separado de 16 frases, equipe AgroTurtles, 18 ago. 2026.</a:t>
            </a:r>
          </a:p>
          <a:p xmlns:a="http://schemas.openxmlformats.org/drawingml/2006/main">
            <a:r>
              <a:t>- docs/testing.md e docs/tasks/submission-readiness.md: ACCEPTED, Nav2 ativo e odometria alterada, execução de 18 ago. 2026.</a:t>
            </a:r>
          </a:p>
          <a:p xmlns:a="http://schemas.openxmlformats.org/drawingml/2006/main">
            <a:r>
              <a:t>- Identidade visual e logos: assets/brand, equipe AgroTurtles, 18 ago.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 Maestro conecta interface multimodal e robótica com protocolo aberto, confirmação obrigatória e ROS 2, sem se prender a um fabricante. O futuro do campo não precisa de mais uma tela. Precisa entender alvo, intenção e segurança. Maestro Agrícola: olhe, fale, confirme.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docs/submission/final-form.md, equipe AgroTurtles, revisão de 18 ago. 2026.</a:t>
            </a:r>
          </a:p>
          <a:p xmlns:a="http://schemas.openxmlformats.org/drawingml/2006/main">
            <a:r>
              <a:t>- Identidade visual e logos: assets/brand, equipe AgroTurtles, 19 ago.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3ab518d9d334af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3a5106541964cdb" /><Relationship Type="http://schemas.openxmlformats.org/officeDocument/2006/relationships/slideLayout" Target="/ppt/slideLayouts/slideLayout1.xml" Id="R1834c161956e49f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834c161956e49f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427e1f6d594e16" /><Relationship Type="http://schemas.openxmlformats.org/officeDocument/2006/relationships/image" Target="/ppt/media/image.png" Id="R4070aaa3c8ac4158" /><Relationship Type="http://schemas.openxmlformats.org/officeDocument/2006/relationships/image" Target="/ppt/media/image2.png" Id="R73bd1ff95f2f4043" /><Relationship Type="http://schemas.openxmlformats.org/officeDocument/2006/relationships/notesSlide" Target="/ppt/notesSlides/notesSlide1.xml" Id="R75f195d523c54c2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ba4617d08e43f8" /><Relationship Type="http://schemas.openxmlformats.org/officeDocument/2006/relationships/image" Target="/ppt/media/image3.png" Id="R796612f806674682" /><Relationship Type="http://schemas.openxmlformats.org/officeDocument/2006/relationships/notesSlide" Target="/ppt/notesSlides/notesSlide2.xml" Id="R26e85310296a435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8e92f7d040481d" /><Relationship Type="http://schemas.openxmlformats.org/officeDocument/2006/relationships/image" Target="/ppt/media/image4.png" Id="R4bff0a9d8a884e08" /><Relationship Type="http://schemas.openxmlformats.org/officeDocument/2006/relationships/notesSlide" Target="/ppt/notesSlides/notesSlide3.xml" Id="Rc10dc953ea1f434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4216139dbd43d5" /><Relationship Type="http://schemas.openxmlformats.org/officeDocument/2006/relationships/image" Target="/ppt/media/image5.png" Id="R76facaab5d8b48e7" /><Relationship Type="http://schemas.openxmlformats.org/officeDocument/2006/relationships/notesSlide" Target="/ppt/notesSlides/notesSlide4.xml" Id="R237d4e6e099e483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e41e8c7964447b" /><Relationship Type="http://schemas.openxmlformats.org/officeDocument/2006/relationships/image" Target="/ppt/media/image6.png" Id="Rbd25e0d71d7d462b" /><Relationship Type="http://schemas.openxmlformats.org/officeDocument/2006/relationships/notesSlide" Target="/ppt/notesSlides/notesSlide5.xml" Id="R2698c004972140b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b6741477ef43df" /><Relationship Type="http://schemas.openxmlformats.org/officeDocument/2006/relationships/image" Target="/ppt/media/image7.png" Id="R2b188eb3d64743e6" /><Relationship Type="http://schemas.openxmlformats.org/officeDocument/2006/relationships/notesSlide" Target="/ppt/notesSlides/notesSlide6.xml" Id="R7712f8dfb5474ce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bd1ff95f2f4043"/>
          <a:srcRect xmlns:a="http://schemas.openxmlformats.org/drawingml/2006/main" l="8000" t="30000" r="8500" b="33000"/>
          <a:stretch xmlns:a="http://schemas.openxmlformats.org/drawingml/2006/main"/>
        </p:blipFill>
        <p:spPr>
          <a:xfrm xmlns:a="http://schemas.openxmlformats.org/drawingml/2006/main">
            <a:off x="462958" y="4857750"/>
            <a:ext cx="4941484" cy="1143862"/>
          </a:xfrm>
          <a:prstGeom xmlns:a="http://schemas.openxmlformats.org/drawingml/2006/main" prst="rect">
            <a:avLst/>
          </a:prstGeom>
        </p:spPr>
      </p:pic>
      <p:sp>
        <p:nvSpPr>
          <p:cNvPr id="8" name="cover-accent">
            <a:extLst xmlns:a="http://schemas.openxmlformats.org/drawingml/2006/main">
              <a:ext uri="{FF2B5EF4-FFF2-40B4-BE49-F238E27FC236}">
                <a16:creationId xmlns:a16="http://schemas.microsoft.com/office/drawing/2014/main" id="{C46FA76D-6FBD-4BCA-BC71-88D8D1CD0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6250"/>
            <a:ext cx="952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C93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5478F9F3-07E9-4CD3-A514-6A68C8592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0050"/>
            <a:ext cx="5334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5700" b="1">
                <a:solidFill>
                  <a:srgbClr val="111814"/>
                </a:solidFill>
                <a:latin typeface="Arial"/>
                <a:ea typeface="Arial"/>
                <a:cs typeface="Arial"/>
              </a:defRPr>
            </a:pPr>
            <a:r>
              <a:rPr sz="5700" b="1">
                <a:solidFill>
                  <a:srgbClr val="3C4C1E"/>
                </a:solidFill>
                <a:latin typeface="League Spartan"/>
                <a:ea typeface="League Spartan"/>
                <a:cs typeface="League Spartan"/>
              </a:rPr>
              <a:t>Maestro Agrícola</a:t>
            </a:r>
          </a:p>
        </p:txBody>
      </p:sp>
      <p:sp>
        <p:nvSpPr>
          <p:cNvPr id="3" name="cover-tagline">
            <a:extLst xmlns:a="http://schemas.openxmlformats.org/drawingml/2006/main">
              <a:ext uri="{FF2B5EF4-FFF2-40B4-BE49-F238E27FC236}">
                <a16:creationId xmlns:a16="http://schemas.microsoft.com/office/drawing/2014/main" id="{C05875AB-A53B-4DF9-99A2-14D68C239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66950"/>
            <a:ext cx="5143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174A2B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F3C65"/>
                </a:solidFill>
                <a:latin typeface="League Spartan"/>
                <a:ea typeface="League Spartan"/>
                <a:cs typeface="League Spartan"/>
              </a:rPr>
              <a:t>Olhe. Fale. Confirme.</a:t>
            </a:r>
          </a:p>
        </p:txBody>
      </p:sp>
      <p:sp>
        <p:nvSpPr>
          <p:cNvPr id="4" name="cover-body">
            <a:extLst xmlns:a="http://schemas.openxmlformats.org/drawingml/2006/main">
              <a:ext uri="{FF2B5EF4-FFF2-40B4-BE49-F238E27FC236}">
                <a16:creationId xmlns:a16="http://schemas.microsoft.com/office/drawing/2014/main" id="{E9CF43D8-07D3-43B5-8F5C-8463827BC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0"/>
            <a:ext cx="49530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5E6B62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0F3C65"/>
                </a:solidFill>
                <a:latin typeface="League Spartan"/>
                <a:ea typeface="League Spartan"/>
                <a:cs typeface="League Spartan"/>
              </a:rPr>
              <a:t>Uma interface hands-free para transformar intenção humana em ação segura no campo.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70aaa3c8ac4158"/>
          <a:srcRect xmlns:a="http://schemas.openxmlformats.org/drawingml/2006/main" l="1105" t="0" r="110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38875" y="400050"/>
            <a:ext cx="5476875" cy="5600700"/>
          </a:xfrm>
          <a:prstGeom xmlns:a="http://schemas.openxmlformats.org/drawingml/2006/main" prst="roundRect">
            <a:avLst>
              <a:gd name="adj" fmla="val 3130"/>
            </a:avLst>
          </a:prstGeom>
        </p:spPr>
      </p:pic>
      <p:sp>
        <p:nvSpPr>
          <p:cNvPr id="7" name="footer-1">
            <a:extLst xmlns:a="http://schemas.openxmlformats.org/drawingml/2006/main">
              <a:ext uri="{FF2B5EF4-FFF2-40B4-BE49-F238E27FC236}">
                <a16:creationId xmlns:a16="http://schemas.microsoft.com/office/drawing/2014/main" id="{AD82862E-0452-4A1D-B7BE-2E7782003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3412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5E6B6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0F3C65"/>
                </a:solidFill>
                <a:latin typeface="League Spartan"/>
                <a:ea typeface="League Spartan"/>
                <a:cs typeface="League Spartan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67262081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problem-overline">
            <a:extLst xmlns:a="http://schemas.openxmlformats.org/drawingml/2006/main">
              <a:ext uri="{FF2B5EF4-FFF2-40B4-BE49-F238E27FC236}">
                <a16:creationId xmlns:a16="http://schemas.microsoft.com/office/drawing/2014/main" id="{744F6507-FBA3-4FF3-8650-538731AF1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91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F7D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F3C65"/>
                </a:solidFill>
                <a:latin typeface="League Spartan"/>
                <a:ea typeface="League Spartan"/>
                <a:cs typeface="League Spartan"/>
              </a:rPr>
              <a:t>O PROBLEMA</a:t>
            </a:r>
          </a:p>
        </p:txBody>
      </p:sp>
      <p:sp>
        <p:nvSpPr>
          <p:cNvPr id="2" name="problem-thesis">
            <a:extLst xmlns:a="http://schemas.openxmlformats.org/drawingml/2006/main">
              <a:ext uri="{FF2B5EF4-FFF2-40B4-BE49-F238E27FC236}">
                <a16:creationId xmlns:a16="http://schemas.microsoft.com/office/drawing/2014/main" id="{F48185A7-062F-42BF-A686-2B547BB90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04950"/>
            <a:ext cx="98107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5550" b="1">
                <a:solidFill>
                  <a:srgbClr val="111814"/>
                </a:solidFill>
                <a:latin typeface="Arial"/>
                <a:ea typeface="Arial"/>
                <a:cs typeface="Arial"/>
              </a:defRPr>
            </a:pPr>
            <a:r>
              <a:rPr sz="5550" b="1">
                <a:solidFill>
                  <a:srgbClr val="3C4C1E"/>
                </a:solidFill>
                <a:latin typeface="League Spartan"/>
                <a:ea typeface="League Spartan"/>
                <a:cs typeface="League Spartan"/>
              </a:rPr>
              <a:t>A máquina é autônoma.</a:t>
            </a:r>
          </a:p>
          <a:p xmlns:a="http://schemas.openxmlformats.org/drawingml/2006/main">
            <a:pPr algn="l">
              <a:buNone/>
              <a:defRPr sz="5550" b="1">
                <a:solidFill>
                  <a:srgbClr val="111814"/>
                </a:solidFill>
                <a:latin typeface="Arial"/>
                <a:ea typeface="Arial"/>
                <a:cs typeface="Arial"/>
              </a:defRPr>
            </a:pPr>
            <a:r>
              <a:rPr sz="5550" b="1">
                <a:solidFill>
                  <a:srgbClr val="3C4C1E"/>
                </a:solidFill>
                <a:latin typeface="League Spartan"/>
                <a:ea typeface="League Spartan"/>
                <a:cs typeface="League Spartan"/>
              </a:rPr>
              <a:t>A interface ainda não.</a:t>
            </a:r>
          </a:p>
        </p:txBody>
      </p:sp>
      <p:sp>
        <p:nvSpPr>
          <p:cNvPr id="3" name="problem-rule">
            <a:extLst xmlns:a="http://schemas.openxmlformats.org/drawingml/2006/main">
              <a:ext uri="{FF2B5EF4-FFF2-40B4-BE49-F238E27FC236}">
                <a16:creationId xmlns:a16="http://schemas.microsoft.com/office/drawing/2014/main" id="{FFB2C4F7-C6BB-4567-9175-AE451AAFC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343400"/>
            <a:ext cx="16192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C93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roblem-detail">
            <a:extLst xmlns:a="http://schemas.openxmlformats.org/drawingml/2006/main">
              <a:ext uri="{FF2B5EF4-FFF2-40B4-BE49-F238E27FC236}">
                <a16:creationId xmlns:a16="http://schemas.microsoft.com/office/drawing/2014/main" id="{8C5B095D-EC16-40AC-8532-5F2C8F32D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62500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5E6B62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0F3C65"/>
                </a:solidFill>
                <a:latin typeface="League Spartan"/>
                <a:ea typeface="League Spartan"/>
                <a:cs typeface="League Spartan"/>
              </a:rPr>
              <a:t>Parar o trabalho  →  limpar as mãos  →  abrir uma tela  →  reprogramar a rota</a:t>
            </a:r>
          </a:p>
        </p:txBody>
      </p:sp>
      <p:sp>
        <p:nvSpPr>
          <p:cNvPr id="5" name="problem-consequence">
            <a:extLst xmlns:a="http://schemas.openxmlformats.org/drawingml/2006/main">
              <a:ext uri="{FF2B5EF4-FFF2-40B4-BE49-F238E27FC236}">
                <a16:creationId xmlns:a16="http://schemas.microsoft.com/office/drawing/2014/main" id="{D19873D4-9BF6-4C50-9782-67CA4DFC3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86400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74A2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3C4C1E"/>
                </a:solidFill>
                <a:latin typeface="League Spartan"/>
                <a:ea typeface="League Spartan"/>
                <a:cs typeface="League Spartan"/>
              </a:rPr>
              <a:t>No sol, na poeira e no ritmo da operação.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6612f806674682"/>
          <a:stretch xmlns:a="http://schemas.openxmlformats.org/drawingml/2006/main"/>
        </p:blipFill>
        <p:spPr>
          <a:xfrm xmlns:a="http://schemas.openxmlformats.org/drawingml/2006/main">
            <a:off x="11239500" y="6172200"/>
            <a:ext cx="457200" cy="4572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86024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itle-3">
            <a:extLst xmlns:a="http://schemas.openxmlformats.org/drawingml/2006/main">
              <a:ext uri="{FF2B5EF4-FFF2-40B4-BE49-F238E27FC236}">
                <a16:creationId xmlns:a16="http://schemas.microsoft.com/office/drawing/2014/main" id="{0A8EC58A-67C3-4452-B30C-45FC9F973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950"/>
            <a:ext cx="112776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111814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3C4C1E"/>
                </a:solidFill>
                <a:latin typeface="League Spartan"/>
                <a:ea typeface="League Spartan"/>
                <a:cs typeface="League Spartan"/>
              </a:rPr>
              <a:t>Três ações substituem uma tela.</a:t>
            </a:r>
          </a:p>
        </p:txBody>
      </p:sp>
      <p:sp>
        <p:nvSpPr>
          <p:cNvPr id="2" name="journey-line">
            <a:extLst xmlns:a="http://schemas.openxmlformats.org/drawingml/2006/main">
              <a:ext uri="{FF2B5EF4-FFF2-40B4-BE49-F238E27FC236}">
                <a16:creationId xmlns:a16="http://schemas.microsoft.com/office/drawing/2014/main" id="{8EE6993C-C78C-4B6F-AEC8-DF5F8CE2A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171825"/>
            <a:ext cx="9429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1B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journey-node-1">
            <a:extLst xmlns:a="http://schemas.openxmlformats.org/drawingml/2006/main">
              <a:ext uri="{FF2B5EF4-FFF2-40B4-BE49-F238E27FC236}">
                <a16:creationId xmlns:a16="http://schemas.microsoft.com/office/drawing/2014/main" id="{327683BC-7D32-4095-9A85-6770AC7D1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000375"/>
            <a:ext cx="381000" cy="381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CC931"/>
          </a:solidFill>
          <a:ln xmlns:a="http://schemas.openxmlformats.org/drawingml/2006/main" w="19050">
            <a:solidFill>
              <a:srgbClr val="3C4C1E"/>
            </a:solidFill>
            <a:prstDash val="solid"/>
          </a:ln>
        </p:spPr>
      </p:sp>
      <p:sp>
        <p:nvSpPr>
          <p:cNvPr id="4" name="journey-label-1">
            <a:extLst xmlns:a="http://schemas.openxmlformats.org/drawingml/2006/main">
              <a:ext uri="{FF2B5EF4-FFF2-40B4-BE49-F238E27FC236}">
                <a16:creationId xmlns:a16="http://schemas.microsoft.com/office/drawing/2014/main" id="{E4A8CFCC-41ED-49DE-8221-0B141CA2B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24790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74A2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3C4C1E"/>
                </a:solidFill>
                <a:latin typeface="League Spartan"/>
                <a:ea typeface="League Spartan"/>
                <a:cs typeface="League Spartan"/>
              </a:rPr>
              <a:t>01  OLHAR</a:t>
            </a:r>
          </a:p>
        </p:txBody>
      </p:sp>
      <p:sp>
        <p:nvSpPr>
          <p:cNvPr id="5" name="journey-body-1">
            <a:extLst xmlns:a="http://schemas.openxmlformats.org/drawingml/2006/main">
              <a:ext uri="{FF2B5EF4-FFF2-40B4-BE49-F238E27FC236}">
                <a16:creationId xmlns:a16="http://schemas.microsoft.com/office/drawing/2014/main" id="{89836DDE-1DD4-441A-9471-9383716F5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714750"/>
            <a:ext cx="2762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111814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0F3C65"/>
                </a:solidFill>
                <a:latin typeface="League Spartan"/>
                <a:ea typeface="League Spartan"/>
                <a:cs typeface="League Spartan"/>
              </a:rPr>
              <a:t>Placa + QR resolvem o plot.
O ID falado também é validado.</a:t>
            </a:r>
          </a:p>
        </p:txBody>
      </p:sp>
      <p:sp>
        <p:nvSpPr>
          <p:cNvPr id="6" name="journey-node-2">
            <a:extLst xmlns:a="http://schemas.openxmlformats.org/drawingml/2006/main">
              <a:ext uri="{FF2B5EF4-FFF2-40B4-BE49-F238E27FC236}">
                <a16:creationId xmlns:a16="http://schemas.microsoft.com/office/drawing/2014/main" id="{94DA5F48-792A-4375-A150-DA4D16E4E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000375"/>
            <a:ext cx="381000" cy="381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CC931"/>
          </a:solidFill>
          <a:ln xmlns:a="http://schemas.openxmlformats.org/drawingml/2006/main" w="19050">
            <a:solidFill>
              <a:srgbClr val="3C4C1E"/>
            </a:solidFill>
            <a:prstDash val="solid"/>
          </a:ln>
        </p:spPr>
      </p:sp>
      <p:sp>
        <p:nvSpPr>
          <p:cNvPr id="7" name="journey-label-2">
            <a:extLst xmlns:a="http://schemas.openxmlformats.org/drawingml/2006/main">
              <a:ext uri="{FF2B5EF4-FFF2-40B4-BE49-F238E27FC236}">
                <a16:creationId xmlns:a16="http://schemas.microsoft.com/office/drawing/2014/main" id="{486C4166-87CA-415E-97E7-95F5BFF8E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224790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74A2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3C4C1E"/>
                </a:solidFill>
                <a:latin typeface="League Spartan"/>
                <a:ea typeface="League Spartan"/>
                <a:cs typeface="League Spartan"/>
              </a:rPr>
              <a:t>02  FALAR</a:t>
            </a:r>
          </a:p>
        </p:txBody>
      </p:sp>
      <p:sp>
        <p:nvSpPr>
          <p:cNvPr id="8" name="journey-body-2">
            <a:extLst xmlns:a="http://schemas.openxmlformats.org/drawingml/2006/main">
              <a:ext uri="{FF2B5EF4-FFF2-40B4-BE49-F238E27FC236}">
                <a16:creationId xmlns:a16="http://schemas.microsoft.com/office/drawing/2014/main" id="{F078AADE-0E1F-46CB-AF4B-F95B9E5C1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3714750"/>
            <a:ext cx="2762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111814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0F3C65"/>
                </a:solidFill>
                <a:latin typeface="League Spartan"/>
                <a:ea typeface="League Spartan"/>
                <a:cs typeface="League Spartan"/>
              </a:rPr>
              <a:t>Softmax local
65 KB · 4 intenções
limiar 0,40</a:t>
            </a:r>
          </a:p>
        </p:txBody>
      </p:sp>
      <p:sp>
        <p:nvSpPr>
          <p:cNvPr id="9" name="journey-node-3">
            <a:extLst xmlns:a="http://schemas.openxmlformats.org/drawingml/2006/main">
              <a:ext uri="{FF2B5EF4-FFF2-40B4-BE49-F238E27FC236}">
                <a16:creationId xmlns:a16="http://schemas.microsoft.com/office/drawing/2014/main" id="{FEAB29B1-9EEF-4B6A-924F-9941423F2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000375"/>
            <a:ext cx="381000" cy="381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CC931"/>
          </a:solidFill>
          <a:ln xmlns:a="http://schemas.openxmlformats.org/drawingml/2006/main" w="19050">
            <a:solidFill>
              <a:srgbClr val="3C4C1E"/>
            </a:solidFill>
            <a:prstDash val="solid"/>
          </a:ln>
        </p:spPr>
      </p:sp>
      <p:sp>
        <p:nvSpPr>
          <p:cNvPr id="10" name="journey-label-3">
            <a:extLst xmlns:a="http://schemas.openxmlformats.org/drawingml/2006/main">
              <a:ext uri="{FF2B5EF4-FFF2-40B4-BE49-F238E27FC236}">
                <a16:creationId xmlns:a16="http://schemas.microsoft.com/office/drawing/2014/main" id="{37895F62-6850-4142-91C7-979800118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224790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74A2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3C4C1E"/>
                </a:solidFill>
                <a:latin typeface="League Spartan"/>
                <a:ea typeface="League Spartan"/>
                <a:cs typeface="League Spartan"/>
              </a:rPr>
              <a:t>03  CONFIRMAR</a:t>
            </a:r>
          </a:p>
        </p:txBody>
      </p:sp>
      <p:sp>
        <p:nvSpPr>
          <p:cNvPr id="11" name="journey-body-3">
            <a:extLst xmlns:a="http://schemas.openxmlformats.org/drawingml/2006/main">
              <a:ext uri="{FF2B5EF4-FFF2-40B4-BE49-F238E27FC236}">
                <a16:creationId xmlns:a16="http://schemas.microsoft.com/office/drawing/2014/main" id="{78C1FFD6-19D7-4293-918E-E285560C9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3714750"/>
            <a:ext cx="2762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111814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0F3C65"/>
                </a:solidFill>
                <a:latin typeface="League Spartan"/>
                <a:ea typeface="League Spartan"/>
                <a:cs typeface="League Spartan"/>
              </a:rPr>
              <a:t>Só o ‘sim’ libera o comando ao robô.</a:t>
            </a:r>
          </a:p>
        </p:txBody>
      </p:sp>
      <p:sp>
        <p:nvSpPr>
          <p:cNvPr id="12" name="journey-safety">
            <a:extLst xmlns:a="http://schemas.openxmlformats.org/drawingml/2006/main">
              <a:ext uri="{FF2B5EF4-FFF2-40B4-BE49-F238E27FC236}">
                <a16:creationId xmlns:a16="http://schemas.microsoft.com/office/drawing/2014/main" id="{E9EA0EC0-37EA-4893-8DDF-108FB3B5E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29250"/>
            <a:ext cx="1083945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FF4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journey-safety-text">
            <a:extLst xmlns:a="http://schemas.openxmlformats.org/drawingml/2006/main">
              <a:ext uri="{FF2B5EF4-FFF2-40B4-BE49-F238E27FC236}">
                <a16:creationId xmlns:a16="http://schemas.microsoft.com/office/drawing/2014/main" id="{80D12651-686E-4950-B85A-A3ED98E88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62600"/>
            <a:ext cx="1028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174A2B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3C4C1E"/>
                </a:solidFill>
                <a:latin typeface="League Spartan"/>
                <a:ea typeface="League Spartan"/>
                <a:cs typeface="League Spartan"/>
              </a:rPr>
              <a:t>Voz ≠ câmera ou falta de confirmação = nenhum comando.</a:t>
            </a:r>
          </a:p>
        </p:txBody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ff0a9d8a884e08"/>
          <a:stretch xmlns:a="http://schemas.openxmlformats.org/drawingml/2006/main"/>
        </p:blipFill>
        <p:spPr>
          <a:xfrm xmlns:a="http://schemas.openxmlformats.org/drawingml/2006/main">
            <a:off x="11239500" y="6172200"/>
            <a:ext cx="457200" cy="4572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941619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title-4">
            <a:extLst xmlns:a="http://schemas.openxmlformats.org/drawingml/2006/main">
              <a:ext uri="{FF2B5EF4-FFF2-40B4-BE49-F238E27FC236}">
                <a16:creationId xmlns:a16="http://schemas.microsoft.com/office/drawing/2014/main" id="{239E28DA-72EF-45EA-B464-D0390D0BD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950"/>
            <a:ext cx="112776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111814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3C4C1E"/>
                </a:solidFill>
                <a:latin typeface="League Spartan"/>
                <a:ea typeface="League Spartan"/>
                <a:cs typeface="League Spartan"/>
              </a:rPr>
              <a:t>O ciclo completo já funciona em simulação.</a:t>
            </a:r>
          </a:p>
        </p:txBody>
      </p:sp>
      <p:sp>
        <p:nvSpPr>
          <p:cNvPr id="2" name="architecture-arrow-1">
            <a:extLst xmlns:a="http://schemas.openxmlformats.org/drawingml/2006/main">
              <a:ext uri="{FF2B5EF4-FFF2-40B4-BE49-F238E27FC236}">
                <a16:creationId xmlns:a16="http://schemas.microsoft.com/office/drawing/2014/main" id="{3F480D28-9199-4849-BBFE-313A0A49F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019425"/>
            <a:ext cx="3238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CC931"/>
          </a:solidFill>
          <a:ln xmlns:a="http://schemas.openxmlformats.org/drawingml/2006/main" w="9525">
            <a:solidFill>
              <a:srgbClr val="3C4C1E"/>
            </a:solidFill>
            <a:prstDash val="solid"/>
          </a:ln>
        </p:spPr>
      </p:sp>
      <p:sp>
        <p:nvSpPr>
          <p:cNvPr id="3" name="architecture-arrow-2">
            <a:extLst xmlns:a="http://schemas.openxmlformats.org/drawingml/2006/main">
              <a:ext uri="{FF2B5EF4-FFF2-40B4-BE49-F238E27FC236}">
                <a16:creationId xmlns:a16="http://schemas.microsoft.com/office/drawing/2014/main" id="{0CD5FE09-FCC9-4F36-9996-A9C26A7C6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4975" y="3019425"/>
            <a:ext cx="3238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CC931"/>
          </a:solidFill>
          <a:ln xmlns:a="http://schemas.openxmlformats.org/drawingml/2006/main" w="9525">
            <a:solidFill>
              <a:srgbClr val="3C4C1E"/>
            </a:solidFill>
            <a:prstDash val="solid"/>
          </a:ln>
        </p:spPr>
      </p:sp>
      <p:sp>
        <p:nvSpPr>
          <p:cNvPr id="4" name="architecture-arrow-3">
            <a:extLst xmlns:a="http://schemas.openxmlformats.org/drawingml/2006/main">
              <a:ext uri="{FF2B5EF4-FFF2-40B4-BE49-F238E27FC236}">
                <a16:creationId xmlns:a16="http://schemas.microsoft.com/office/drawing/2014/main" id="{DDCF484B-9C6B-40AC-ABB2-5FFD592D6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019425"/>
            <a:ext cx="3238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CC931"/>
          </a:solidFill>
          <a:ln xmlns:a="http://schemas.openxmlformats.org/drawingml/2006/main" w="9525">
            <a:solidFill>
              <a:srgbClr val="3C4C1E"/>
            </a:solidFill>
            <a:prstDash val="solid"/>
          </a:ln>
        </p:spPr>
      </p:sp>
      <p:sp>
        <p:nvSpPr>
          <p:cNvPr id="5" name="architecture-node-1">
            <a:extLst xmlns:a="http://schemas.openxmlformats.org/drawingml/2006/main">
              <a:ext uri="{FF2B5EF4-FFF2-40B4-BE49-F238E27FC236}">
                <a16:creationId xmlns:a16="http://schemas.microsoft.com/office/drawing/2014/main" id="{53CADC36-5621-4335-B6C1-38D85CA6E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38375"/>
            <a:ext cx="2238375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FFFDF5"/>
          </a:solidFill>
          <a:ln xmlns:a="http://schemas.openxmlformats.org/drawingml/2006/main" w="9525">
            <a:solidFill>
              <a:srgbClr val="C9D1BC"/>
            </a:solidFill>
            <a:prstDash val="solid"/>
          </a:ln>
        </p:spPr>
      </p:sp>
      <p:sp>
        <p:nvSpPr>
          <p:cNvPr id="6" name="architecture-accent-1">
            <a:extLst xmlns:a="http://schemas.openxmlformats.org/drawingml/2006/main">
              <a:ext uri="{FF2B5EF4-FFF2-40B4-BE49-F238E27FC236}">
                <a16:creationId xmlns:a16="http://schemas.microsoft.com/office/drawing/2014/main" id="{D190FFA8-A07C-4946-A339-0B5353112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38375"/>
            <a:ext cx="2238375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C93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architecture-title-1">
            <a:extLst xmlns:a="http://schemas.openxmlformats.org/drawingml/2006/main">
              <a:ext uri="{FF2B5EF4-FFF2-40B4-BE49-F238E27FC236}">
                <a16:creationId xmlns:a16="http://schemas.microsoft.com/office/drawing/2014/main" id="{41CE88B5-9D2B-4AD3-BBF0-D0DEC3753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543175"/>
            <a:ext cx="1857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111814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3C4C1E"/>
                </a:solidFill>
                <a:latin typeface="League Spartan"/>
                <a:ea typeface="League Spartan"/>
                <a:cs typeface="League Spartan"/>
              </a:rPr>
              <a:t>AI Glasses</a:t>
            </a:r>
          </a:p>
        </p:txBody>
      </p:sp>
      <p:sp>
        <p:nvSpPr>
          <p:cNvPr id="8" name="architecture-body-1">
            <a:extLst xmlns:a="http://schemas.openxmlformats.org/drawingml/2006/main">
              <a:ext uri="{FF2B5EF4-FFF2-40B4-BE49-F238E27FC236}">
                <a16:creationId xmlns:a16="http://schemas.microsoft.com/office/drawing/2014/main" id="{E933CCC4-C7AA-46B8-986D-2012FAF75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48025"/>
            <a:ext cx="1857375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0">
                <a:solidFill>
                  <a:srgbClr val="5E6B62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F3C65"/>
                </a:solidFill>
                <a:latin typeface="League Spartan"/>
                <a:ea typeface="League Spartan"/>
                <a:cs typeface="League Spartan"/>
              </a:rPr>
              <a:t>câmera via DAT</a:t>
            </a:r>
          </a:p>
          <a:p xmlns:a="http://schemas.openxmlformats.org/drawingml/2006/main">
            <a:pPr algn="ctr">
              <a:buNone/>
              <a:defRPr sz="1650" b="0">
                <a:solidFill>
                  <a:srgbClr val="5E6B62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F3C65"/>
                </a:solidFill>
                <a:latin typeface="League Spartan"/>
                <a:ea typeface="League Spartan"/>
                <a:cs typeface="League Spartan"/>
              </a:rPr>
              <a:t>placa + QR</a:t>
            </a:r>
          </a:p>
          <a:p xmlns:a="http://schemas.openxmlformats.org/drawingml/2006/main">
            <a:pPr algn="ctr">
              <a:buNone/>
              <a:defRPr sz="1650" b="0">
                <a:solidFill>
                  <a:srgbClr val="5E6B62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F3C65"/>
                </a:solidFill>
                <a:latin typeface="League Spartan"/>
                <a:ea typeface="League Spartan"/>
                <a:cs typeface="League Spartan"/>
              </a:rPr>
              <a:t>voz/TTS nativos</a:t>
            </a:r>
          </a:p>
        </p:txBody>
      </p:sp>
      <p:sp>
        <p:nvSpPr>
          <p:cNvPr id="9" name="architecture-node-2">
            <a:extLst xmlns:a="http://schemas.openxmlformats.org/drawingml/2006/main">
              <a:ext uri="{FF2B5EF4-FFF2-40B4-BE49-F238E27FC236}">
                <a16:creationId xmlns:a16="http://schemas.microsoft.com/office/drawing/2014/main" id="{533482D6-844B-4E81-AAF5-3E86A6F96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2238375"/>
            <a:ext cx="2238375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FFFDF5"/>
          </a:solidFill>
          <a:ln xmlns:a="http://schemas.openxmlformats.org/drawingml/2006/main" w="9525">
            <a:solidFill>
              <a:srgbClr val="C9D1BC"/>
            </a:solidFill>
            <a:prstDash val="solid"/>
          </a:ln>
        </p:spPr>
      </p:sp>
      <p:sp>
        <p:nvSpPr>
          <p:cNvPr id="10" name="architecture-accent-2">
            <a:extLst xmlns:a="http://schemas.openxmlformats.org/drawingml/2006/main">
              <a:ext uri="{FF2B5EF4-FFF2-40B4-BE49-F238E27FC236}">
                <a16:creationId xmlns:a16="http://schemas.microsoft.com/office/drawing/2014/main" id="{8AAEB469-D22A-43B1-82A9-596822D6F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2238375"/>
            <a:ext cx="2238375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C93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architecture-title-2">
            <a:extLst xmlns:a="http://schemas.openxmlformats.org/drawingml/2006/main">
              <a:ext uri="{FF2B5EF4-FFF2-40B4-BE49-F238E27FC236}">
                <a16:creationId xmlns:a16="http://schemas.microsoft.com/office/drawing/2014/main" id="{8E389CD5-7A3C-491F-A2B1-7729E42C1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2543175"/>
            <a:ext cx="1857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111814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3C4C1E"/>
                </a:solidFill>
                <a:latin typeface="League Spartan"/>
                <a:ea typeface="League Spartan"/>
                <a:cs typeface="League Spartan"/>
              </a:rPr>
              <a:t>App nativo</a:t>
            </a:r>
          </a:p>
        </p:txBody>
      </p:sp>
      <p:sp>
        <p:nvSpPr>
          <p:cNvPr id="12" name="architecture-body-2">
            <a:extLst xmlns:a="http://schemas.openxmlformats.org/drawingml/2006/main">
              <a:ext uri="{FF2B5EF4-FFF2-40B4-BE49-F238E27FC236}">
                <a16:creationId xmlns:a16="http://schemas.microsoft.com/office/drawing/2014/main" id="{36AF224E-4C04-4767-9C11-1C61946AF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3248025"/>
            <a:ext cx="1857375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0">
                <a:solidFill>
                  <a:srgbClr val="5E6B62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F3C65"/>
                </a:solidFill>
                <a:latin typeface="League Spartan"/>
                <a:ea typeface="League Spartan"/>
                <a:cs typeface="League Spartan"/>
              </a:rPr>
              <a:t>Android / Kotlin</a:t>
            </a:r>
          </a:p>
          <a:p xmlns:a="http://schemas.openxmlformats.org/drawingml/2006/main">
            <a:pPr algn="ctr">
              <a:buNone/>
              <a:defRPr sz="1650" b="0">
                <a:solidFill>
                  <a:srgbClr val="5E6B62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F3C65"/>
                </a:solidFill>
                <a:latin typeface="League Spartan"/>
                <a:ea typeface="League Spartan"/>
                <a:cs typeface="League Spartan"/>
              </a:rPr>
              <a:t>softmax · 65 KB</a:t>
            </a:r>
          </a:p>
          <a:p xmlns:a="http://schemas.openxmlformats.org/drawingml/2006/main">
            <a:pPr algn="ctr">
              <a:buNone/>
              <a:defRPr sz="1650" b="0">
                <a:solidFill>
                  <a:srgbClr val="5E6B62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F3C65"/>
                </a:solidFill>
                <a:latin typeface="League Spartan"/>
                <a:ea typeface="League Spartan"/>
                <a:cs typeface="League Spartan"/>
              </a:rPr>
              <a:t>confirmação</a:t>
            </a:r>
          </a:p>
        </p:txBody>
      </p:sp>
      <p:sp>
        <p:nvSpPr>
          <p:cNvPr id="13" name="architecture-node-3">
            <a:extLst xmlns:a="http://schemas.openxmlformats.org/drawingml/2006/main">
              <a:ext uri="{FF2B5EF4-FFF2-40B4-BE49-F238E27FC236}">
                <a16:creationId xmlns:a16="http://schemas.microsoft.com/office/drawing/2014/main" id="{A5B104B5-0F1F-4CC0-BC84-013EE861D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238375"/>
            <a:ext cx="2238375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FFFDF5"/>
          </a:solidFill>
          <a:ln xmlns:a="http://schemas.openxmlformats.org/drawingml/2006/main" w="9525">
            <a:solidFill>
              <a:srgbClr val="C9D1BC"/>
            </a:solidFill>
            <a:prstDash val="solid"/>
          </a:ln>
        </p:spPr>
      </p:sp>
      <p:sp>
        <p:nvSpPr>
          <p:cNvPr id="14" name="architecture-accent-3">
            <a:extLst xmlns:a="http://schemas.openxmlformats.org/drawingml/2006/main">
              <a:ext uri="{FF2B5EF4-FFF2-40B4-BE49-F238E27FC236}">
                <a16:creationId xmlns:a16="http://schemas.microsoft.com/office/drawing/2014/main" id="{982C867B-E4F1-4858-A2C0-443021BEA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238375"/>
            <a:ext cx="2238375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C93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architecture-title-3">
            <a:extLst xmlns:a="http://schemas.openxmlformats.org/drawingml/2006/main">
              <a:ext uri="{FF2B5EF4-FFF2-40B4-BE49-F238E27FC236}">
                <a16:creationId xmlns:a16="http://schemas.microsoft.com/office/drawing/2014/main" id="{BBC03256-51AC-49F6-B60F-5F8A471A5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543175"/>
            <a:ext cx="1857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111814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3C4C1E"/>
                </a:solidFill>
                <a:latin typeface="League Spartan"/>
                <a:ea typeface="League Spartan"/>
                <a:cs typeface="League Spartan"/>
              </a:rPr>
              <a:t>WebSocket</a:t>
            </a:r>
          </a:p>
        </p:txBody>
      </p:sp>
      <p:sp>
        <p:nvSpPr>
          <p:cNvPr id="16" name="architecture-body-3">
            <a:extLst xmlns:a="http://schemas.openxmlformats.org/drawingml/2006/main">
              <a:ext uri="{FF2B5EF4-FFF2-40B4-BE49-F238E27FC236}">
                <a16:creationId xmlns:a16="http://schemas.microsoft.com/office/drawing/2014/main" id="{C2DBBB83-36B7-47AA-BCF0-7810096EC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248025"/>
            <a:ext cx="1857375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0">
                <a:solidFill>
                  <a:srgbClr val="5E6B62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F3C65"/>
                </a:solidFill>
                <a:latin typeface="League Spartan"/>
                <a:ea typeface="League Spartan"/>
                <a:cs typeface="League Spartan"/>
              </a:rPr>
              <a:t>JSON versionado</a:t>
            </a:r>
          </a:p>
          <a:p xmlns:a="http://schemas.openxmlformats.org/drawingml/2006/main">
            <a:pPr algn="ctr">
              <a:buNone/>
              <a:defRPr sz="1650" b="0">
                <a:solidFill>
                  <a:srgbClr val="5E6B62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F3C65"/>
                </a:solidFill>
                <a:latin typeface="League Spartan"/>
                <a:ea typeface="League Spartan"/>
                <a:cs typeface="League Spartan"/>
              </a:rPr>
              <a:t>expiração</a:t>
            </a:r>
          </a:p>
          <a:p xmlns:a="http://schemas.openxmlformats.org/drawingml/2006/main">
            <a:pPr algn="ctr">
              <a:buNone/>
              <a:defRPr sz="1650" b="0">
                <a:solidFill>
                  <a:srgbClr val="5E6B62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F3C65"/>
                </a:solidFill>
                <a:latin typeface="League Spartan"/>
                <a:ea typeface="League Spartan"/>
                <a:cs typeface="League Spartan"/>
              </a:rPr>
              <a:t>idempotência</a:t>
            </a:r>
          </a:p>
        </p:txBody>
      </p:sp>
      <p:sp>
        <p:nvSpPr>
          <p:cNvPr id="17" name="architecture-node-4">
            <a:extLst xmlns:a="http://schemas.openxmlformats.org/drawingml/2006/main">
              <a:ext uri="{FF2B5EF4-FFF2-40B4-BE49-F238E27FC236}">
                <a16:creationId xmlns:a16="http://schemas.microsoft.com/office/drawing/2014/main" id="{05C1F3C0-8166-4803-AA97-098BC3170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2238375"/>
            <a:ext cx="2238375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FFFDF5"/>
          </a:solidFill>
          <a:ln xmlns:a="http://schemas.openxmlformats.org/drawingml/2006/main" w="9525">
            <a:solidFill>
              <a:srgbClr val="C9D1BC"/>
            </a:solidFill>
            <a:prstDash val="solid"/>
          </a:ln>
        </p:spPr>
      </p:sp>
      <p:sp>
        <p:nvSpPr>
          <p:cNvPr id="18" name="architecture-accent-4">
            <a:extLst xmlns:a="http://schemas.openxmlformats.org/drawingml/2006/main">
              <a:ext uri="{FF2B5EF4-FFF2-40B4-BE49-F238E27FC236}">
                <a16:creationId xmlns:a16="http://schemas.microsoft.com/office/drawing/2014/main" id="{E9CF74ED-AF3B-46E1-8BB7-4AA3F0E85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2238375"/>
            <a:ext cx="2238375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C93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architecture-title-4">
            <a:extLst xmlns:a="http://schemas.openxmlformats.org/drawingml/2006/main">
              <a:ext uri="{FF2B5EF4-FFF2-40B4-BE49-F238E27FC236}">
                <a16:creationId xmlns:a16="http://schemas.microsoft.com/office/drawing/2014/main" id="{C8D88FA7-79E4-46B6-A19B-FB22E58A0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2543175"/>
            <a:ext cx="1857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111814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3C4C1E"/>
                </a:solidFill>
                <a:latin typeface="League Spartan"/>
                <a:ea typeface="League Spartan"/>
                <a:cs typeface="League Spartan"/>
              </a:rPr>
              <a:t>ROS 2 / Nav2</a:t>
            </a:r>
          </a:p>
        </p:txBody>
      </p:sp>
      <p:sp>
        <p:nvSpPr>
          <p:cNvPr id="20" name="architecture-body-4">
            <a:extLst xmlns:a="http://schemas.openxmlformats.org/drawingml/2006/main">
              <a:ext uri="{FF2B5EF4-FFF2-40B4-BE49-F238E27FC236}">
                <a16:creationId xmlns:a16="http://schemas.microsoft.com/office/drawing/2014/main" id="{0627F75D-9C2C-4159-BF39-6CF57EBE4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3248025"/>
            <a:ext cx="1857375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0">
                <a:solidFill>
                  <a:srgbClr val="5E6B62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F3C65"/>
                </a:solidFill>
                <a:latin typeface="League Spartan"/>
                <a:ea typeface="League Spartan"/>
                <a:cs typeface="League Spartan"/>
              </a:rPr>
              <a:t>bridge</a:t>
            </a:r>
          </a:p>
          <a:p xmlns:a="http://schemas.openxmlformats.org/drawingml/2006/main">
            <a:pPr algn="ctr">
              <a:buNone/>
              <a:defRPr sz="1650" b="0">
                <a:solidFill>
                  <a:srgbClr val="5E6B62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F3C65"/>
                </a:solidFill>
                <a:latin typeface="League Spartan"/>
                <a:ea typeface="League Spartan"/>
                <a:cs typeface="League Spartan"/>
              </a:rPr>
              <a:t>Gazebo</a:t>
            </a:r>
          </a:p>
          <a:p xmlns:a="http://schemas.openxmlformats.org/drawingml/2006/main">
            <a:pPr algn="ctr">
              <a:buNone/>
              <a:defRPr sz="1650" b="0">
                <a:solidFill>
                  <a:srgbClr val="5E6B62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F3C65"/>
                </a:solidFill>
                <a:latin typeface="League Spartan"/>
                <a:ea typeface="League Spartan"/>
                <a:cs typeface="League Spartan"/>
              </a:rPr>
              <a:t>TurtleBot 4</a:t>
            </a:r>
          </a:p>
        </p:txBody>
      </p:sp>
      <p:sp>
        <p:nvSpPr>
          <p:cNvPr id="21" name="architecture-decision">
            <a:extLst xmlns:a="http://schemas.openxmlformats.org/drawingml/2006/main">
              <a:ext uri="{FF2B5EF4-FFF2-40B4-BE49-F238E27FC236}">
                <a16:creationId xmlns:a16="http://schemas.microsoft.com/office/drawing/2014/main" id="{883906AB-29EB-47E5-AE65-00D0547F9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953000"/>
            <a:ext cx="1043940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FF4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architecture-decision-text">
            <a:extLst xmlns:a="http://schemas.openxmlformats.org/drawingml/2006/main">
              <a:ext uri="{FF2B5EF4-FFF2-40B4-BE49-F238E27FC236}">
                <a16:creationId xmlns:a16="http://schemas.microsoft.com/office/drawing/2014/main" id="{0AD469E5-AEC7-4C0D-BBED-667C23E53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62550"/>
            <a:ext cx="9906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174A2B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3C4C1E"/>
                </a:solidFill>
                <a:latin typeface="League Spartan"/>
                <a:ea typeface="League Spartan"/>
                <a:cs typeface="League Spartan"/>
              </a:rPr>
              <a:t>Alvo visual + ID falado; se discordarem, nada é enviado. GPS não vira destino.</a:t>
            </a:r>
          </a:p>
        </p:txBody>
      </p:sp>
      <p:pic>
        <p:nvPicPr>
          <p:cNvPr id="4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facaab5d8b48e7"/>
          <a:stretch xmlns:a="http://schemas.openxmlformats.org/drawingml/2006/main"/>
        </p:blipFill>
        <p:spPr>
          <a:xfrm xmlns:a="http://schemas.openxmlformats.org/drawingml/2006/main">
            <a:off x="11239500" y="6172200"/>
            <a:ext cx="457200" cy="4572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240392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itle-5">
            <a:extLst xmlns:a="http://schemas.openxmlformats.org/drawingml/2006/main">
              <a:ext uri="{FF2B5EF4-FFF2-40B4-BE49-F238E27FC236}">
                <a16:creationId xmlns:a16="http://schemas.microsoft.com/office/drawing/2014/main" id="{6A8AF874-5CE9-4109-A69D-9890F2B5E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950"/>
            <a:ext cx="112776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111814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3C4C1E"/>
                </a:solidFill>
                <a:latin typeface="League Spartan"/>
                <a:ea typeface="League Spartan"/>
                <a:cs typeface="League Spartan"/>
              </a:rPr>
              <a:t>A simulação já fecha o ciclo com falha segura.</a:t>
            </a:r>
          </a:p>
        </p:txBody>
      </p:sp>
      <p:sp>
        <p:nvSpPr>
          <p:cNvPr id="2" name="evidence-intro">
            <a:extLst xmlns:a="http://schemas.openxmlformats.org/drawingml/2006/main">
              <a:ext uri="{FF2B5EF4-FFF2-40B4-BE49-F238E27FC236}">
                <a16:creationId xmlns:a16="http://schemas.microsoft.com/office/drawing/2014/main" id="{721FE1C0-1132-4571-8640-84FE896D6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5000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5E6B62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0F3C65"/>
                </a:solidFill>
                <a:latin typeface="League Spartan"/>
                <a:ea typeface="League Spartan"/>
                <a:cs typeface="League Spartan"/>
              </a:rPr>
              <a:t>Três sinais reproduzíveis; o próximo gate é o hardware real.</a:t>
            </a:r>
          </a:p>
        </p:txBody>
      </p:sp>
      <p:sp>
        <p:nvSpPr>
          <p:cNvPr id="3" name="evidence-card-1">
            <a:extLst xmlns:a="http://schemas.openxmlformats.org/drawingml/2006/main">
              <a:ext uri="{FF2B5EF4-FFF2-40B4-BE49-F238E27FC236}">
                <a16:creationId xmlns:a16="http://schemas.microsoft.com/office/drawing/2014/main" id="{84E91BFD-BB43-48D9-BB46-C380A0335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38375"/>
            <a:ext cx="3219450" cy="2952750"/>
          </a:xfrm>
          <a:prstGeom xmlns:a="http://schemas.openxmlformats.org/drawingml/2006/main" prst="roundRect">
            <a:avLst>
              <a:gd name="adj" fmla="val 3871"/>
            </a:avLst>
          </a:prstGeom>
          <a:solidFill xmlns:a="http://schemas.openxmlformats.org/drawingml/2006/main">
            <a:srgbClr val="FFFDF5"/>
          </a:solidFill>
          <a:ln xmlns:a="http://schemas.openxmlformats.org/drawingml/2006/main" w="9525">
            <a:solidFill>
              <a:srgbClr val="C9D1BC"/>
            </a:solidFill>
            <a:prstDash val="solid"/>
          </a:ln>
        </p:spPr>
      </p:sp>
      <p:sp>
        <p:nvSpPr>
          <p:cNvPr id="4" name="evidence-stat-1">
            <a:extLst xmlns:a="http://schemas.openxmlformats.org/drawingml/2006/main">
              <a:ext uri="{FF2B5EF4-FFF2-40B4-BE49-F238E27FC236}">
                <a16:creationId xmlns:a16="http://schemas.microsoft.com/office/drawing/2014/main" id="{3D087C8D-9C13-4A84-8BBC-4EDF02EB9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552700"/>
            <a:ext cx="27241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5400" b="1">
                <a:solidFill>
                  <a:srgbClr val="174A2B"/>
                </a:solidFill>
                <a:latin typeface="Arial"/>
                <a:ea typeface="Arial"/>
                <a:cs typeface="Arial"/>
              </a:defRPr>
            </a:pPr>
            <a:r>
              <a:rPr sz="5400" b="1">
                <a:solidFill>
                  <a:srgbClr val="3C4C1E"/>
                </a:solidFill>
                <a:latin typeface="League Spartan"/>
                <a:ea typeface="League Spartan"/>
                <a:cs typeface="League Spartan"/>
              </a:rPr>
              <a:t>QR</a:t>
            </a:r>
          </a:p>
        </p:txBody>
      </p:sp>
      <p:sp>
        <p:nvSpPr>
          <p:cNvPr id="5" name="evidence-header-1">
            <a:extLst xmlns:a="http://schemas.openxmlformats.org/drawingml/2006/main">
              <a:ext uri="{FF2B5EF4-FFF2-40B4-BE49-F238E27FC236}">
                <a16:creationId xmlns:a16="http://schemas.microsoft.com/office/drawing/2014/main" id="{C5054F2D-2545-4094-8111-64B6E1D52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695700"/>
            <a:ext cx="2724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14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0F3C65"/>
                </a:solidFill>
                <a:latin typeface="League Spartan"/>
                <a:ea typeface="League Spartan"/>
                <a:cs typeface="League Spartan"/>
              </a:rPr>
              <a:t>plot-03 detectado</a:t>
            </a:r>
          </a:p>
        </p:txBody>
      </p:sp>
      <p:sp>
        <p:nvSpPr>
          <p:cNvPr id="6" name="evidence-detail-1">
            <a:extLst xmlns:a="http://schemas.openxmlformats.org/drawingml/2006/main">
              <a:ext uri="{FF2B5EF4-FFF2-40B4-BE49-F238E27FC236}">
                <a16:creationId xmlns:a16="http://schemas.microsoft.com/office/drawing/2014/main" id="{9A558FFD-72CA-4AE6-8566-BFF810BAE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210050"/>
            <a:ext cx="27241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E6B62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F3C65"/>
                </a:solidFill>
                <a:latin typeface="League Spartan"/>
                <a:ea typeface="League Spartan"/>
                <a:cs typeface="League Spartan"/>
              </a:rPr>
              <a:t>Placa completa decodificada localmente.</a:t>
            </a:r>
          </a:p>
        </p:txBody>
      </p:sp>
      <p:sp>
        <p:nvSpPr>
          <p:cNvPr id="7" name="evidence-card-2">
            <a:extLst xmlns:a="http://schemas.openxmlformats.org/drawingml/2006/main">
              <a:ext uri="{FF2B5EF4-FFF2-40B4-BE49-F238E27FC236}">
                <a16:creationId xmlns:a16="http://schemas.microsoft.com/office/drawing/2014/main" id="{7296807F-12B4-4BE1-AAF2-F69A91126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238375"/>
            <a:ext cx="3219450" cy="2952750"/>
          </a:xfrm>
          <a:prstGeom xmlns:a="http://schemas.openxmlformats.org/drawingml/2006/main" prst="roundRect">
            <a:avLst>
              <a:gd name="adj" fmla="val 3871"/>
            </a:avLst>
          </a:prstGeom>
          <a:solidFill xmlns:a="http://schemas.openxmlformats.org/drawingml/2006/main">
            <a:srgbClr val="FFFDF5"/>
          </a:solidFill>
          <a:ln xmlns:a="http://schemas.openxmlformats.org/drawingml/2006/main" w="9525">
            <a:solidFill>
              <a:srgbClr val="C9D1BC"/>
            </a:solidFill>
            <a:prstDash val="solid"/>
          </a:ln>
        </p:spPr>
      </p:sp>
      <p:sp>
        <p:nvSpPr>
          <p:cNvPr id="8" name="evidence-stat-2">
            <a:extLst xmlns:a="http://schemas.openxmlformats.org/drawingml/2006/main">
              <a:ext uri="{FF2B5EF4-FFF2-40B4-BE49-F238E27FC236}">
                <a16:creationId xmlns:a16="http://schemas.microsoft.com/office/drawing/2014/main" id="{217565A7-ADB3-4AFF-B041-6A12FA429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552700"/>
            <a:ext cx="27241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5400" b="1">
                <a:solidFill>
                  <a:srgbClr val="174A2B"/>
                </a:solidFill>
                <a:latin typeface="Arial"/>
                <a:ea typeface="Arial"/>
                <a:cs typeface="Arial"/>
              </a:defRPr>
            </a:pPr>
            <a:r>
              <a:rPr sz="5400" b="1">
                <a:solidFill>
                  <a:srgbClr val="3C4C1E"/>
                </a:solidFill>
                <a:latin typeface="League Spartan"/>
                <a:ea typeface="League Spartan"/>
                <a:cs typeface="League Spartan"/>
              </a:rPr>
              <a:t>15/16</a:t>
            </a:r>
          </a:p>
        </p:txBody>
      </p:sp>
      <p:sp>
        <p:nvSpPr>
          <p:cNvPr id="9" name="evidence-header-2">
            <a:extLst xmlns:a="http://schemas.openxmlformats.org/drawingml/2006/main">
              <a:ext uri="{FF2B5EF4-FFF2-40B4-BE49-F238E27FC236}">
                <a16:creationId xmlns:a16="http://schemas.microsoft.com/office/drawing/2014/main" id="{4B4E63CD-53B6-4B2B-ABC2-D135ACD19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695700"/>
            <a:ext cx="2724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14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0F3C65"/>
                </a:solidFill>
                <a:latin typeface="League Spartan"/>
                <a:ea typeface="League Spartan"/>
                <a:cs typeface="League Spartan"/>
              </a:rPr>
              <a:t>IA operacional</a:t>
            </a:r>
          </a:p>
        </p:txBody>
      </p:sp>
      <p:sp>
        <p:nvSpPr>
          <p:cNvPr id="10" name="evidence-detail-2">
            <a:extLst xmlns:a="http://schemas.openxmlformats.org/drawingml/2006/main">
              <a:ext uri="{FF2B5EF4-FFF2-40B4-BE49-F238E27FC236}">
                <a16:creationId xmlns:a16="http://schemas.microsoft.com/office/drawing/2014/main" id="{75009FFB-2DCD-446E-A4D6-297F0CC55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210050"/>
            <a:ext cx="27241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E6B62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F3C65"/>
                </a:solidFill>
                <a:latin typeface="League Spartan"/>
                <a:ea typeface="League Spartan"/>
                <a:cs typeface="League Spartan"/>
              </a:rPr>
              <a:t>96 frases; a restante virou UNKNOWN.</a:t>
            </a:r>
          </a:p>
        </p:txBody>
      </p:sp>
      <p:sp>
        <p:nvSpPr>
          <p:cNvPr id="11" name="evidence-card-3">
            <a:extLst xmlns:a="http://schemas.openxmlformats.org/drawingml/2006/main">
              <a:ext uri="{FF2B5EF4-FFF2-40B4-BE49-F238E27FC236}">
                <a16:creationId xmlns:a16="http://schemas.microsoft.com/office/drawing/2014/main" id="{872B6ADF-BC87-43C9-BE68-628864F13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238375"/>
            <a:ext cx="3219450" cy="2952750"/>
          </a:xfrm>
          <a:prstGeom xmlns:a="http://schemas.openxmlformats.org/drawingml/2006/main" prst="roundRect">
            <a:avLst>
              <a:gd name="adj" fmla="val 3871"/>
            </a:avLst>
          </a:prstGeom>
          <a:solidFill xmlns:a="http://schemas.openxmlformats.org/drawingml/2006/main">
            <a:srgbClr val="FFFDF5"/>
          </a:solidFill>
          <a:ln xmlns:a="http://schemas.openxmlformats.org/drawingml/2006/main" w="9525">
            <a:solidFill>
              <a:srgbClr val="C9D1BC"/>
            </a:solidFill>
            <a:prstDash val="solid"/>
          </a:ln>
        </p:spPr>
      </p:sp>
      <p:sp>
        <p:nvSpPr>
          <p:cNvPr id="12" name="evidence-stat-3">
            <a:extLst xmlns:a="http://schemas.openxmlformats.org/drawingml/2006/main">
              <a:ext uri="{FF2B5EF4-FFF2-40B4-BE49-F238E27FC236}">
                <a16:creationId xmlns:a16="http://schemas.microsoft.com/office/drawing/2014/main" id="{6318F474-73A3-4E75-9030-ADAB82225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552700"/>
            <a:ext cx="27241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5400" b="1">
                <a:solidFill>
                  <a:srgbClr val="174A2B"/>
                </a:solidFill>
                <a:latin typeface="Arial"/>
                <a:ea typeface="Arial"/>
                <a:cs typeface="Arial"/>
              </a:defRPr>
            </a:pPr>
            <a:r>
              <a:rPr sz="5400" b="1">
                <a:solidFill>
                  <a:srgbClr val="3C4C1E"/>
                </a:solidFill>
                <a:latin typeface="League Spartan"/>
                <a:ea typeface="League Spartan"/>
                <a:cs typeface="League Spartan"/>
              </a:rPr>
              <a:t>ROS 2</a:t>
            </a:r>
          </a:p>
        </p:txBody>
      </p:sp>
      <p:sp>
        <p:nvSpPr>
          <p:cNvPr id="13" name="evidence-header-3">
            <a:extLst xmlns:a="http://schemas.openxmlformats.org/drawingml/2006/main">
              <a:ext uri="{FF2B5EF4-FFF2-40B4-BE49-F238E27FC236}">
                <a16:creationId xmlns:a16="http://schemas.microsoft.com/office/drawing/2014/main" id="{FE784F5F-E38F-4B02-A861-57029E7DB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695700"/>
            <a:ext cx="2724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14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0F3C65"/>
                </a:solidFill>
                <a:latin typeface="League Spartan"/>
                <a:ea typeface="League Spartan"/>
                <a:cs typeface="League Spartan"/>
              </a:rPr>
              <a:t>movimento provado</a:t>
            </a:r>
          </a:p>
        </p:txBody>
      </p:sp>
      <p:sp>
        <p:nvSpPr>
          <p:cNvPr id="14" name="evidence-detail-3">
            <a:extLst xmlns:a="http://schemas.openxmlformats.org/drawingml/2006/main">
              <a:ext uri="{FF2B5EF4-FFF2-40B4-BE49-F238E27FC236}">
                <a16:creationId xmlns:a16="http://schemas.microsoft.com/office/drawing/2014/main" id="{AF9AB1A3-2614-4210-8592-324363769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210050"/>
            <a:ext cx="27241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E6B62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F3C65"/>
                </a:solidFill>
                <a:latin typeface="League Spartan"/>
                <a:ea typeface="League Spartan"/>
                <a:cs typeface="League Spartan"/>
              </a:rPr>
              <a:t>ACCEPTED + Nav2 ativo + odometria mudou.</a:t>
            </a:r>
          </a:p>
        </p:txBody>
      </p:sp>
      <p:sp>
        <p:nvSpPr>
          <p:cNvPr id="15" name="evidence-safety">
            <a:extLst xmlns:a="http://schemas.openxmlformats.org/drawingml/2006/main">
              <a:ext uri="{FF2B5EF4-FFF2-40B4-BE49-F238E27FC236}">
                <a16:creationId xmlns:a16="http://schemas.microsoft.com/office/drawing/2014/main" id="{97D12BA1-2E59-4241-8DDA-F2B871EAE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619750"/>
            <a:ext cx="1066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174A2B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3C4C1E"/>
                </a:solidFill>
                <a:latin typeface="League Spartan"/>
                <a:ea typeface="League Spartan"/>
                <a:cs typeface="League Spartan"/>
              </a:rPr>
              <a:t>Voz ≠ câmera, ‘cancelar’ ou falta de confirmação = sem comando.</a:t>
            </a:r>
          </a:p>
        </p:txBody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25e0d71d7d462b"/>
          <a:stretch xmlns:a="http://schemas.openxmlformats.org/drawingml/2006/main"/>
        </p:blipFill>
        <p:spPr>
          <a:xfrm xmlns:a="http://schemas.openxmlformats.org/drawingml/2006/main">
            <a:off x="11239500" y="6172200"/>
            <a:ext cx="457200" cy="4572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662812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188eb3d64743e6"/>
          <a:srcRect xmlns:a="http://schemas.openxmlformats.org/drawingml/2006/main" l="0" t="34000" r="4000" b="34000"/>
          <a:stretch xmlns:a="http://schemas.openxmlformats.org/drawingml/2006/main"/>
        </p:blipFill>
        <p:spPr>
          <a:xfrm xmlns:a="http://schemas.openxmlformats.org/drawingml/2006/main">
            <a:off x="457200" y="363118"/>
            <a:ext cx="4000500" cy="1333500"/>
          </a:xfrm>
          <a:prstGeom xmlns:a="http://schemas.openxmlformats.org/drawingml/2006/main" prst="rect">
            <a:avLst/>
          </a:prstGeom>
        </p:spPr>
      </p:pic>
      <p:sp>
        <p:nvSpPr>
          <p:cNvPr id="2" name="close-thesis">
            <a:extLst xmlns:a="http://schemas.openxmlformats.org/drawingml/2006/main">
              <a:ext uri="{FF2B5EF4-FFF2-40B4-BE49-F238E27FC236}">
                <a16:creationId xmlns:a16="http://schemas.microsoft.com/office/drawing/2014/main" id="{28E06A39-AA9A-4146-BBA9-C188263EB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714500"/>
            <a:ext cx="10287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5250" b="1">
                <a:solidFill>
                  <a:srgbClr val="111814"/>
                </a:solidFill>
                <a:latin typeface="Arial"/>
                <a:ea typeface="Arial"/>
                <a:cs typeface="Arial"/>
              </a:defRPr>
            </a:pPr>
            <a:r>
              <a:rPr sz="5250" b="1">
                <a:solidFill>
                  <a:srgbClr val="3C4C1E"/>
                </a:solidFill>
                <a:latin typeface="League Spartan"/>
                <a:ea typeface="League Spartan"/>
                <a:cs typeface="League Spartan"/>
              </a:rPr>
              <a:t>O futuro do campo não precisa de mais telas.</a:t>
            </a:r>
          </a:p>
        </p:txBody>
      </p:sp>
      <p:sp>
        <p:nvSpPr>
          <p:cNvPr id="3" name="close-tagline">
            <a:extLst xmlns:a="http://schemas.openxmlformats.org/drawingml/2006/main">
              <a:ext uri="{FF2B5EF4-FFF2-40B4-BE49-F238E27FC236}">
                <a16:creationId xmlns:a16="http://schemas.microsoft.com/office/drawing/2014/main" id="{0753BFD4-8DB1-4577-BAA0-53EE2B0BA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810125"/>
            <a:ext cx="6858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74A2B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F3C65"/>
                </a:solidFill>
                <a:latin typeface="League Spartan"/>
                <a:ea typeface="League Spartan"/>
                <a:cs typeface="League Spartan"/>
              </a:rPr>
              <a:t>Olhe. Fale. Confirme.</a:t>
            </a:r>
          </a:p>
        </p:txBody>
      </p:sp>
      <p:sp>
        <p:nvSpPr>
          <p:cNvPr id="4" name="close-bar">
            <a:extLst xmlns:a="http://schemas.openxmlformats.org/drawingml/2006/main">
              <a:ext uri="{FF2B5EF4-FFF2-40B4-BE49-F238E27FC236}">
                <a16:creationId xmlns:a16="http://schemas.microsoft.com/office/drawing/2014/main" id="{C6AC9AA4-0FF6-4476-936F-C4A2E38B4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24625"/>
            <a:ext cx="121920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C931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99278761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2026-08-19T01:03:55.0130000Z</dcterms:created>
  <dcterms:modified xsi:type="dcterms:W3CDTF">2026-08-19T01:03:55.0130000Z</dcterms:modified>
</coreProperties>
</file>