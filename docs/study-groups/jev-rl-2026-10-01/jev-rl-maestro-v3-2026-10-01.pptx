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c928561bd94158" /><Relationship Type="http://schemas.openxmlformats.org/officeDocument/2006/relationships/extended-properties" Target="/docProps/app.xml" Id="R40765e18daa3453b" /><Relationship Type="http://schemas.openxmlformats.org/officeDocument/2006/relationships/officeDocument" Target="/ppt/presentation.xml" Id="Rc8ebef3acc0d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bd974034546b2"/>
  </p:sldMasterIdLst>
  <p:notesMasterIdLst>
    <p:notesMasterId xmlns:r="http://schemas.openxmlformats.org/officeDocument/2006/relationships" r:id="R8a8b929e408a4698"/>
  </p:notesMasterIdLst>
  <p:sldIdLst>
    <p:sldId xmlns:r="http://schemas.openxmlformats.org/officeDocument/2006/relationships" id="256" r:id="R9d76773e187b4887"/>
    <p:sldId xmlns:r="http://schemas.openxmlformats.org/officeDocument/2006/relationships" id="257" r:id="Rf62995e758a14558"/>
    <p:sldId xmlns:r="http://schemas.openxmlformats.org/officeDocument/2006/relationships" id="258" r:id="R6890091889d144e1"/>
    <p:sldId xmlns:r="http://schemas.openxmlformats.org/officeDocument/2006/relationships" id="259" r:id="R7e2de29ba7d44bec"/>
    <p:sldId xmlns:r="http://schemas.openxmlformats.org/officeDocument/2006/relationships" id="260" r:id="R8f250540a1a842e2"/>
    <p:sldId xmlns:r="http://schemas.openxmlformats.org/officeDocument/2006/relationships" id="261" r:id="Rad59cd70aaaf4f08"/>
    <p:sldId xmlns:r="http://schemas.openxmlformats.org/officeDocument/2006/relationships" id="262" r:id="R933284c3d0ce42b1"/>
    <p:sldId xmlns:r="http://schemas.openxmlformats.org/officeDocument/2006/relationships" id="263" r:id="R6cdb543fda3948d3"/>
    <p:sldId xmlns:r="http://schemas.openxmlformats.org/officeDocument/2006/relationships" id="264" r:id="R89c5314be5eb4ed0"/>
    <p:sldId xmlns:r="http://schemas.openxmlformats.org/officeDocument/2006/relationships" id="265" r:id="R02f9182e647b43db"/>
    <p:sldId xmlns:r="http://schemas.openxmlformats.org/officeDocument/2006/relationships" id="266" r:id="R5207bc2309c94eeb"/>
    <p:sldId xmlns:r="http://schemas.openxmlformats.org/officeDocument/2006/relationships" id="267" r:id="R773896e4b367410b"/>
    <p:sldId xmlns:r="http://schemas.openxmlformats.org/officeDocument/2006/relationships" id="268" r:id="Re58e1348db554d5f"/>
    <p:sldId xmlns:r="http://schemas.openxmlformats.org/officeDocument/2006/relationships" id="269" r:id="Rbe29c37515d2420e"/>
    <p:sldId xmlns:r="http://schemas.openxmlformats.org/officeDocument/2006/relationships" id="270" r:id="R2e6734cb92ae4b4f"/>
    <p:sldId xmlns:r="http://schemas.openxmlformats.org/officeDocument/2006/relationships" id="271" r:id="Rf92f4152d729464a"/>
    <p:sldId xmlns:r="http://schemas.openxmlformats.org/officeDocument/2006/relationships" id="272" r:id="R0fa68e39e7f44e67"/>
    <p:sldId xmlns:r="http://schemas.openxmlformats.org/officeDocument/2006/relationships" id="273" r:id="Raf71cf0d015f4d89"/>
    <p:sldId xmlns:r="http://schemas.openxmlformats.org/officeDocument/2006/relationships" id="274" r:id="R8208a69f5da2437c"/>
    <p:sldId xmlns:r="http://schemas.openxmlformats.org/officeDocument/2006/relationships" id="275" r:id="R2bf96192fed44977"/>
    <p:sldId xmlns:r="http://schemas.openxmlformats.org/officeDocument/2006/relationships" id="276" r:id="R7b83c2881560443b"/>
    <p:sldId xmlns:r="http://schemas.openxmlformats.org/officeDocument/2006/relationships" id="277" r:id="R56152b07c7bd4fa9"/>
    <p:sldId xmlns:r="http://schemas.openxmlformats.org/officeDocument/2006/relationships" id="278" r:id="R94fd9f260c8947ef"/>
    <p:sldId xmlns:r="http://schemas.openxmlformats.org/officeDocument/2006/relationships" id="279" r:id="Re9819b4212ca40f7"/>
    <p:sldId xmlns:r="http://schemas.openxmlformats.org/officeDocument/2006/relationships" id="280" r:id="R06d63186cad74723"/>
    <p:sldId xmlns:r="http://schemas.openxmlformats.org/officeDocument/2006/relationships" id="281" r:id="Ra4668a8a1b724d27"/>
    <p:sldId xmlns:r="http://schemas.openxmlformats.org/officeDocument/2006/relationships" id="282" r:id="Rc176288eee2e42a5"/>
    <p:sldId xmlns:r="http://schemas.openxmlformats.org/officeDocument/2006/relationships" id="283" r:id="R6d9317b20bcf40f4"/>
    <p:sldId xmlns:r="http://schemas.openxmlformats.org/officeDocument/2006/relationships" id="284" r:id="R8da5f5042ff1428c"/>
    <p:sldId xmlns:r="http://schemas.openxmlformats.org/officeDocument/2006/relationships" id="285" r:id="Rfb53f7ed03d44e0d"/>
    <p:sldId xmlns:r="http://schemas.openxmlformats.org/officeDocument/2006/relationships" id="286" r:id="R466aa18a269c4c11"/>
    <p:sldId xmlns:r="http://schemas.openxmlformats.org/officeDocument/2006/relationships" id="287" r:id="R4898856f300945e4"/>
    <p:sldId xmlns:r="http://schemas.openxmlformats.org/officeDocument/2006/relationships" id="288" r:id="R6f7387a738ed45f5"/>
    <p:sldId xmlns:r="http://schemas.openxmlformats.org/officeDocument/2006/relationships" id="289" r:id="R44ba0f4cb05a4642"/>
    <p:sldId xmlns:r="http://schemas.openxmlformats.org/officeDocument/2006/relationships" id="290" r:id="R5188ee932d9940fb"/>
    <p:sldId xmlns:r="http://schemas.openxmlformats.org/officeDocument/2006/relationships" id="291" r:id="R67ed0f1cfe3940db"/>
    <p:sldId xmlns:r="http://schemas.openxmlformats.org/officeDocument/2006/relationships" id="292" r:id="R99495189e6184dc9"/>
    <p:sldId xmlns:r="http://schemas.openxmlformats.org/officeDocument/2006/relationships" id="293" r:id="Rbc5b47c512e14c97"/>
    <p:sldId xmlns:r="http://schemas.openxmlformats.org/officeDocument/2006/relationships" id="294" r:id="Rcbd2c98164484b6a"/>
    <p:sldId xmlns:r="http://schemas.openxmlformats.org/officeDocument/2006/relationships" id="295" r:id="R02e40b3f12bd4625"/>
    <p:sldId xmlns:r="http://schemas.openxmlformats.org/officeDocument/2006/relationships" id="296" r:id="R48b027c854bd4db8"/>
    <p:sldId xmlns:r="http://schemas.openxmlformats.org/officeDocument/2006/relationships" id="297" r:id="R84049581ef4e44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d11f1bb5645e2" /><Relationship Type="http://schemas.openxmlformats.org/officeDocument/2006/relationships/slideMaster" Target="/ppt/slideMasters/slideMaster1.xml" Id="R314bd974034546b2" /><Relationship Type="http://schemas.openxmlformats.org/officeDocument/2006/relationships/notesMaster" Target="/ppt/notesMasters/notesMaster1.xml" Id="R8a8b929e408a4698" /><Relationship Type="http://schemas.openxmlformats.org/officeDocument/2006/relationships/presProps" Target="/ppt/presProps.xml" Id="Raa05a9f00df64453" /><Relationship Type="http://schemas.openxmlformats.org/officeDocument/2006/relationships/tableStyles" Target="/ppt/tableStyles.xml" Id="R8ac55fab399d45f2" /><Relationship Type="http://schemas.openxmlformats.org/officeDocument/2006/relationships/slide" Target="/ppt/slides/slide1.xml" Id="R9d76773e187b4887" /><Relationship Type="http://schemas.openxmlformats.org/officeDocument/2006/relationships/slide" Target="/ppt/slides/slide2.xml" Id="Rf62995e758a14558" /><Relationship Type="http://schemas.openxmlformats.org/officeDocument/2006/relationships/slide" Target="/ppt/slides/slide3.xml" Id="R6890091889d144e1" /><Relationship Type="http://schemas.openxmlformats.org/officeDocument/2006/relationships/slide" Target="/ppt/slides/slide4.xml" Id="R7e2de29ba7d44bec" /><Relationship Type="http://schemas.openxmlformats.org/officeDocument/2006/relationships/slide" Target="/ppt/slides/slide5.xml" Id="R8f250540a1a842e2" /><Relationship Type="http://schemas.openxmlformats.org/officeDocument/2006/relationships/slide" Target="/ppt/slides/slide6.xml" Id="Rad59cd70aaaf4f08" /><Relationship Type="http://schemas.openxmlformats.org/officeDocument/2006/relationships/slide" Target="/ppt/slides/slide7.xml" Id="R933284c3d0ce42b1" /><Relationship Type="http://schemas.openxmlformats.org/officeDocument/2006/relationships/slide" Target="/ppt/slides/slide8.xml" Id="R6cdb543fda3948d3" /><Relationship Type="http://schemas.openxmlformats.org/officeDocument/2006/relationships/slide" Target="/ppt/slides/slide9.xml" Id="R89c5314be5eb4ed0" /><Relationship Type="http://schemas.openxmlformats.org/officeDocument/2006/relationships/slide" Target="/ppt/slides/slide10.xml" Id="R02f9182e647b43db" /><Relationship Type="http://schemas.openxmlformats.org/officeDocument/2006/relationships/slide" Target="/ppt/slides/slide11.xml" Id="R5207bc2309c94eeb" /><Relationship Type="http://schemas.openxmlformats.org/officeDocument/2006/relationships/slide" Target="/ppt/slides/slide12.xml" Id="R773896e4b367410b" /><Relationship Type="http://schemas.openxmlformats.org/officeDocument/2006/relationships/slide" Target="/ppt/slides/slide13.xml" Id="Re58e1348db554d5f" /><Relationship Type="http://schemas.openxmlformats.org/officeDocument/2006/relationships/slide" Target="/ppt/slides/slide14.xml" Id="Rbe29c37515d2420e" /><Relationship Type="http://schemas.openxmlformats.org/officeDocument/2006/relationships/slide" Target="/ppt/slides/slide15.xml" Id="R2e6734cb92ae4b4f" /><Relationship Type="http://schemas.openxmlformats.org/officeDocument/2006/relationships/slide" Target="/ppt/slides/slide16.xml" Id="Rf92f4152d729464a" /><Relationship Type="http://schemas.openxmlformats.org/officeDocument/2006/relationships/slide" Target="/ppt/slides/slide17.xml" Id="R0fa68e39e7f44e67" /><Relationship Type="http://schemas.openxmlformats.org/officeDocument/2006/relationships/slide" Target="/ppt/slides/slide18.xml" Id="Raf71cf0d015f4d89" /><Relationship Type="http://schemas.openxmlformats.org/officeDocument/2006/relationships/slide" Target="/ppt/slides/slide19.xml" Id="R8208a69f5da2437c" /><Relationship Type="http://schemas.openxmlformats.org/officeDocument/2006/relationships/slide" Target="/ppt/slides/slide20.xml" Id="R2bf96192fed44977" /><Relationship Type="http://schemas.openxmlformats.org/officeDocument/2006/relationships/slide" Target="/ppt/slides/slide21.xml" Id="R7b83c2881560443b" /><Relationship Type="http://schemas.openxmlformats.org/officeDocument/2006/relationships/slide" Target="/ppt/slides/slide22.xml" Id="R56152b07c7bd4fa9" /><Relationship Type="http://schemas.openxmlformats.org/officeDocument/2006/relationships/slide" Target="/ppt/slides/slide23.xml" Id="R94fd9f260c8947ef" /><Relationship Type="http://schemas.openxmlformats.org/officeDocument/2006/relationships/slide" Target="/ppt/slides/slide24.xml" Id="Re9819b4212ca40f7" /><Relationship Type="http://schemas.openxmlformats.org/officeDocument/2006/relationships/slide" Target="/ppt/slides/slide25.xml" Id="R06d63186cad74723" /><Relationship Type="http://schemas.openxmlformats.org/officeDocument/2006/relationships/slide" Target="/ppt/slides/slide26.xml" Id="Ra4668a8a1b724d27" /><Relationship Type="http://schemas.openxmlformats.org/officeDocument/2006/relationships/slide" Target="/ppt/slides/slide27.xml" Id="Rc176288eee2e42a5" /><Relationship Type="http://schemas.openxmlformats.org/officeDocument/2006/relationships/slide" Target="/ppt/slides/slide28.xml" Id="R6d9317b20bcf40f4" /><Relationship Type="http://schemas.openxmlformats.org/officeDocument/2006/relationships/slide" Target="/ppt/slides/slide29.xml" Id="R8da5f5042ff1428c" /><Relationship Type="http://schemas.openxmlformats.org/officeDocument/2006/relationships/slide" Target="/ppt/slides/slide30.xml" Id="Rfb53f7ed03d44e0d" /><Relationship Type="http://schemas.openxmlformats.org/officeDocument/2006/relationships/slide" Target="/ppt/slides/slide31.xml" Id="R466aa18a269c4c11" /><Relationship Type="http://schemas.openxmlformats.org/officeDocument/2006/relationships/slide" Target="/ppt/slides/slide32.xml" Id="R4898856f300945e4" /><Relationship Type="http://schemas.openxmlformats.org/officeDocument/2006/relationships/slide" Target="/ppt/slides/slide33.xml" Id="R6f7387a738ed45f5" /><Relationship Type="http://schemas.openxmlformats.org/officeDocument/2006/relationships/slide" Target="/ppt/slides/slide34.xml" Id="R44ba0f4cb05a4642" /><Relationship Type="http://schemas.openxmlformats.org/officeDocument/2006/relationships/slide" Target="/ppt/slides/slide35.xml" Id="R5188ee932d9940fb" /><Relationship Type="http://schemas.openxmlformats.org/officeDocument/2006/relationships/slide" Target="/ppt/slides/slide36.xml" Id="R67ed0f1cfe3940db" /><Relationship Type="http://schemas.openxmlformats.org/officeDocument/2006/relationships/slide" Target="/ppt/slides/slide37.xml" Id="R99495189e6184dc9" /><Relationship Type="http://schemas.openxmlformats.org/officeDocument/2006/relationships/slide" Target="/ppt/slides/slide38.xml" Id="Rbc5b47c512e14c97" /><Relationship Type="http://schemas.openxmlformats.org/officeDocument/2006/relationships/slide" Target="/ppt/slides/slide39.xml" Id="Rcbd2c98164484b6a" /><Relationship Type="http://schemas.openxmlformats.org/officeDocument/2006/relationships/slide" Target="/ppt/slides/slide40.xml" Id="R02e40b3f12bd4625" /><Relationship Type="http://schemas.openxmlformats.org/officeDocument/2006/relationships/slide" Target="/ppt/slides/slide41.xml" Id="R48b027c854bd4db8" /><Relationship Type="http://schemas.openxmlformats.org/officeDocument/2006/relationships/slide" Target="/ppt/slides/slide42.xml" Id="R84049581ef4e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3f907c30e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7da2557a8144b4" /><Relationship Type="http://schemas.openxmlformats.org/officeDocument/2006/relationships/notesMaster" Target="/ppt/notesMasters/notesMaster1.xml" Id="R5f0c5c2a3968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632daea984e39" /><Relationship Type="http://schemas.openxmlformats.org/officeDocument/2006/relationships/notesMaster" Target="/ppt/notesMasters/notesMaster1.xml" Id="R9d74ab5746bd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ea67f31d248b4" /><Relationship Type="http://schemas.openxmlformats.org/officeDocument/2006/relationships/notesMaster" Target="/ppt/notesMasters/notesMaster1.xml" Id="R8a7433dfa0b2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440d92bce4c1f" /><Relationship Type="http://schemas.openxmlformats.org/officeDocument/2006/relationships/notesMaster" Target="/ppt/notesMasters/notesMaster1.xml" Id="R182ed6221e5e4c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f8e934ad44876" /><Relationship Type="http://schemas.openxmlformats.org/officeDocument/2006/relationships/notesMaster" Target="/ppt/notesMasters/notesMaster1.xml" Id="Re3824cbf339d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c89f57eb0e43b8" /><Relationship Type="http://schemas.openxmlformats.org/officeDocument/2006/relationships/notesMaster" Target="/ppt/notesMasters/notesMaster1.xml" Id="R16ceecc36a9d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d3b0cd4c7e4161" /><Relationship Type="http://schemas.openxmlformats.org/officeDocument/2006/relationships/notesMaster" Target="/ppt/notesMasters/notesMaster1.xml" Id="Rd564bac4b34b45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e31fd92b14d66" /><Relationship Type="http://schemas.openxmlformats.org/officeDocument/2006/relationships/notesMaster" Target="/ppt/notesMasters/notesMaster1.xml" Id="Rbfe2d589f7d5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8b40cecee14244" /><Relationship Type="http://schemas.openxmlformats.org/officeDocument/2006/relationships/notesMaster" Target="/ppt/notesMasters/notesMaster1.xml" Id="Re8ca8d1681274d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3963069de429f" /><Relationship Type="http://schemas.openxmlformats.org/officeDocument/2006/relationships/notesMaster" Target="/ppt/notesMasters/notesMaster1.xml" Id="R885d0e606390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8755b1fefa4d1d" /><Relationship Type="http://schemas.openxmlformats.org/officeDocument/2006/relationships/notesMaster" Target="/ppt/notesMasters/notesMaster1.xml" Id="Rb31ca9ec494d4b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23306d8d93418e" /><Relationship Type="http://schemas.openxmlformats.org/officeDocument/2006/relationships/notesMaster" Target="/ppt/notesMasters/notesMaster1.xml" Id="R4d5ae68b1b8e43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f3f48a6aef4055" /><Relationship Type="http://schemas.openxmlformats.org/officeDocument/2006/relationships/notesMaster" Target="/ppt/notesMasters/notesMaster1.xml" Id="R73593db876a74c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bdd95ace1a4a5e" /><Relationship Type="http://schemas.openxmlformats.org/officeDocument/2006/relationships/notesMaster" Target="/ppt/notesMasters/notesMaster1.xml" Id="Rfd21b18e57ba43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d15570af004fbb" /><Relationship Type="http://schemas.openxmlformats.org/officeDocument/2006/relationships/notesMaster" Target="/ppt/notesMasters/notesMaster1.xml" Id="Rfb5402f193cc4a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9f338b83154dce" /><Relationship Type="http://schemas.openxmlformats.org/officeDocument/2006/relationships/notesMaster" Target="/ppt/notesMasters/notesMaster1.xml" Id="R763961270c5046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1bc709d2e14564" /><Relationship Type="http://schemas.openxmlformats.org/officeDocument/2006/relationships/notesMaster" Target="/ppt/notesMasters/notesMaster1.xml" Id="R6562b798b08440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e7b1e0b25b4d43" /><Relationship Type="http://schemas.openxmlformats.org/officeDocument/2006/relationships/notesMaster" Target="/ppt/notesMasters/notesMaster1.xml" Id="Rbd18855257a643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5fe1fa90574466" /><Relationship Type="http://schemas.openxmlformats.org/officeDocument/2006/relationships/notesMaster" Target="/ppt/notesMasters/notesMaster1.xml" Id="Rbbb7fd3703d04f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485efa78624abc" /><Relationship Type="http://schemas.openxmlformats.org/officeDocument/2006/relationships/notesMaster" Target="/ppt/notesMasters/notesMaster1.xml" Id="R7e96d7185ca74b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67602d1aa84f03" /><Relationship Type="http://schemas.openxmlformats.org/officeDocument/2006/relationships/notesMaster" Target="/ppt/notesMasters/notesMaster1.xml" Id="R7f84ab268e2540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3d5fa4d0dc484b" /><Relationship Type="http://schemas.openxmlformats.org/officeDocument/2006/relationships/notesMaster" Target="/ppt/notesMasters/notesMaster1.xml" Id="R0dedb5d1d7d945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d9d1f386c49b2" /><Relationship Type="http://schemas.openxmlformats.org/officeDocument/2006/relationships/notesMaster" Target="/ppt/notesMasters/notesMaster1.xml" Id="R91876746e06f4e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b3175916094aa1" /><Relationship Type="http://schemas.openxmlformats.org/officeDocument/2006/relationships/notesMaster" Target="/ppt/notesMasters/notesMaster1.xml" Id="R4abe8d88ec3c4f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d33920fe804b2c" /><Relationship Type="http://schemas.openxmlformats.org/officeDocument/2006/relationships/notesMaster" Target="/ppt/notesMasters/notesMaster1.xml" Id="R3f781f67992040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fe5c338c854134" /><Relationship Type="http://schemas.openxmlformats.org/officeDocument/2006/relationships/notesMaster" Target="/ppt/notesMasters/notesMaster1.xml" Id="Ra3ec5921ba174b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8aa1a6f58d4f69" /><Relationship Type="http://schemas.openxmlformats.org/officeDocument/2006/relationships/notesMaster" Target="/ppt/notesMasters/notesMaster1.xml" Id="R43b962f4c6fc40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7a349f98c64eed" /><Relationship Type="http://schemas.openxmlformats.org/officeDocument/2006/relationships/notesMaster" Target="/ppt/notesMasters/notesMaster1.xml" Id="R2be1c98d9cea43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c9810bf8f844db" /><Relationship Type="http://schemas.openxmlformats.org/officeDocument/2006/relationships/notesMaster" Target="/ppt/notesMasters/notesMaster1.xml" Id="R33b3d3f4a66947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75be6450354c98" /><Relationship Type="http://schemas.openxmlformats.org/officeDocument/2006/relationships/notesMaster" Target="/ppt/notesMasters/notesMaster1.xml" Id="Rf7009d1e934142c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81854c8c704947" /><Relationship Type="http://schemas.openxmlformats.org/officeDocument/2006/relationships/notesMaster" Target="/ppt/notesMasters/notesMaster1.xml" Id="Raf24988e2e3d49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34bf8b03234f2e" /><Relationship Type="http://schemas.openxmlformats.org/officeDocument/2006/relationships/notesMaster" Target="/ppt/notesMasters/notesMaster1.xml" Id="R60674611f59b457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fdcf3af51a4a67" /><Relationship Type="http://schemas.openxmlformats.org/officeDocument/2006/relationships/notesMaster" Target="/ppt/notesMasters/notesMaster1.xml" Id="R37c38298c5a0455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40f481faa94163" /><Relationship Type="http://schemas.openxmlformats.org/officeDocument/2006/relationships/notesMaster" Target="/ppt/notesMasters/notesMaster1.xml" Id="R39d59e2bfedc489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ff1467d9c3441c" /><Relationship Type="http://schemas.openxmlformats.org/officeDocument/2006/relationships/notesMaster" Target="/ppt/notesMasters/notesMaster1.xml" Id="Re6725ad21327437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065b3ec8db440aa" /><Relationship Type="http://schemas.openxmlformats.org/officeDocument/2006/relationships/notesMaster" Target="/ppt/notesMasters/notesMaster1.xml" Id="R98e4e473bbaf4a8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f488cf1bc224234" /><Relationship Type="http://schemas.openxmlformats.org/officeDocument/2006/relationships/notesMaster" Target="/ppt/notesMasters/notesMaster1.xml" Id="Rfea42dd520db4ae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4d45381559f4b78" /><Relationship Type="http://schemas.openxmlformats.org/officeDocument/2006/relationships/notesMaster" Target="/ppt/notesMasters/notesMaster1.xml" Id="Racf1c26915284fe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c3ae4b99fa6443f" /><Relationship Type="http://schemas.openxmlformats.org/officeDocument/2006/relationships/notesMaster" Target="/ppt/notesMasters/notesMaster1.xml" Id="Re06beef7b5ce4d0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5e5a9f85ec4695" /><Relationship Type="http://schemas.openxmlformats.org/officeDocument/2006/relationships/notesMaster" Target="/ppt/notesMasters/notesMaster1.xml" Id="R9ac9df54b7234a3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5fa166383fc405d" /><Relationship Type="http://schemas.openxmlformats.org/officeDocument/2006/relationships/notesMaster" Target="/ppt/notesMasters/notesMaster1.xml" Id="R8a2cc16230f3460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bcc4b07e9d34e17" /><Relationship Type="http://schemas.openxmlformats.org/officeDocument/2006/relationships/notesMaster" Target="/ppt/notesMasters/notesMaster1.xml" Id="Rea816b560d2d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Descrição pública da TypeSafe, sem inventar reward ou algoritmo.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real, com textos dos seis critérios abreviados para caber. Fonte: tools/jev_local_proxy.py request_payload e JevProxyChoiceEvaluator.kt. A transcrição é de exemplo; nenhum dado pessoal.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f5b598065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c88eda7884f88" /><Relationship Type="http://schemas.openxmlformats.org/officeDocument/2006/relationships/slideLayout" Target="/ppt/slideLayouts/slideLayout1.xml" Id="R21932c9f1f8e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32c9f1f8e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76d4d9a4c406e" /><Relationship Type="http://schemas.openxmlformats.org/officeDocument/2006/relationships/notesSlide" Target="/ppt/notesSlides/notesSlide1.xml" Id="Rd94b942021e7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572bb4934ef7" /><Relationship Type="http://schemas.openxmlformats.org/officeDocument/2006/relationships/notesSlide" Target="/ppt/notesSlides/notesSlide2.xml" Id="R1232f10ee3734b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c81628064516" /><Relationship Type="http://schemas.openxmlformats.org/officeDocument/2006/relationships/notesSlide" Target="/ppt/notesSlides/notesSlide3.xml" Id="R29684db7c3e745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71473860043bc" /><Relationship Type="http://schemas.openxmlformats.org/officeDocument/2006/relationships/notesSlide" Target="/ppt/notesSlides/notesSlide4.xml" Id="R63622df62c10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c5beb36674b18" /><Relationship Type="http://schemas.openxmlformats.org/officeDocument/2006/relationships/notesSlide" Target="/ppt/notesSlides/notesSlide5.xml" Id="R9ef207cd3390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d54178ec64d84" /><Relationship Type="http://schemas.openxmlformats.org/officeDocument/2006/relationships/notesSlide" Target="/ppt/notesSlides/notesSlide6.xml" Id="R14f3c41d49344e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50ed11f274914" /><Relationship Type="http://schemas.openxmlformats.org/officeDocument/2006/relationships/notesSlide" Target="/ppt/notesSlides/notesSlide7.xml" Id="R94c960096bc94c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ca193d19a4828" /><Relationship Type="http://schemas.openxmlformats.org/officeDocument/2006/relationships/notesSlide" Target="/ppt/notesSlides/notesSlide8.xml" Id="Rd5e25eb41dc1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ce95d05534e00" /><Relationship Type="http://schemas.openxmlformats.org/officeDocument/2006/relationships/image" Target="/ppt/media/image.png" Id="Rfcd3b8266ce345d8" /><Relationship Type="http://schemas.openxmlformats.org/officeDocument/2006/relationships/notesSlide" Target="/ppt/notesSlides/notesSlide9.xml" Id="Re1677ac2275c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cfeb811984aee" /><Relationship Type="http://schemas.openxmlformats.org/officeDocument/2006/relationships/notesSlide" Target="/ppt/notesSlides/notesSlide10.xml" Id="R0c07249f30584a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77a7d628644ff" /><Relationship Type="http://schemas.openxmlformats.org/officeDocument/2006/relationships/notesSlide" Target="/ppt/notesSlides/notesSlide11.xml" Id="Rb608fed793e740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18d0eca804239" /><Relationship Type="http://schemas.openxmlformats.org/officeDocument/2006/relationships/notesSlide" Target="/ppt/notesSlides/notesSlide12.xml" Id="Rd3b3554a14b940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b6f4563114caa" /><Relationship Type="http://schemas.openxmlformats.org/officeDocument/2006/relationships/notesSlide" Target="/ppt/notesSlides/notesSlide13.xml" Id="R40a607b7087d4b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c8dc94d0e4986" /><Relationship Type="http://schemas.openxmlformats.org/officeDocument/2006/relationships/notesSlide" Target="/ppt/notesSlides/notesSlide14.xml" Id="R3df1e93325344a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6d443d294d83" /><Relationship Type="http://schemas.openxmlformats.org/officeDocument/2006/relationships/notesSlide" Target="/ppt/notesSlides/notesSlide15.xml" Id="R4ff1ad00898f4d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faeca0fa497f" /><Relationship Type="http://schemas.openxmlformats.org/officeDocument/2006/relationships/notesSlide" Target="/ppt/notesSlides/notesSlide16.xml" Id="R0a14eea8b9b74c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142bdfb094174" /><Relationship Type="http://schemas.openxmlformats.org/officeDocument/2006/relationships/notesSlide" Target="/ppt/notesSlides/notesSlide17.xml" Id="Rd88a009ae5c046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8217c2084040" /><Relationship Type="http://schemas.openxmlformats.org/officeDocument/2006/relationships/notesSlide" Target="/ppt/notesSlides/notesSlide18.xml" Id="R5a78d6f38ef646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c9bb12804a28" /><Relationship Type="http://schemas.openxmlformats.org/officeDocument/2006/relationships/notesSlide" Target="/ppt/notesSlides/notesSlide19.xml" Id="Rd973f8c595f74a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0b8ff7ad649f7" /><Relationship Type="http://schemas.openxmlformats.org/officeDocument/2006/relationships/notesSlide" Target="/ppt/notesSlides/notesSlide20.xml" Id="Raa8e355b86bc4d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c5ffd5214b7d" /><Relationship Type="http://schemas.openxmlformats.org/officeDocument/2006/relationships/notesSlide" Target="/ppt/notesSlides/notesSlide21.xml" Id="R2ec666eda14045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d9f174054aef" /><Relationship Type="http://schemas.openxmlformats.org/officeDocument/2006/relationships/notesSlide" Target="/ppt/notesSlides/notesSlide22.xml" Id="R8fd4ed899a7446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07f77d814cab" /><Relationship Type="http://schemas.openxmlformats.org/officeDocument/2006/relationships/notesSlide" Target="/ppt/notesSlides/notesSlide23.xml" Id="Rdf71713f8d4c40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a6b2293147dd" /><Relationship Type="http://schemas.openxmlformats.org/officeDocument/2006/relationships/notesSlide" Target="/ppt/notesSlides/notesSlide24.xml" Id="R5316072349a04d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49da85ba64c89" /><Relationship Type="http://schemas.openxmlformats.org/officeDocument/2006/relationships/notesSlide" Target="/ppt/notesSlides/notesSlide25.xml" Id="R8e5fe4471eac42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54a5a7524903" /><Relationship Type="http://schemas.openxmlformats.org/officeDocument/2006/relationships/notesSlide" Target="/ppt/notesSlides/notesSlide26.xml" Id="R154aadcdb6954bd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c8bfd9b9f4732" /><Relationship Type="http://schemas.openxmlformats.org/officeDocument/2006/relationships/notesSlide" Target="/ppt/notesSlides/notesSlide27.xml" Id="R52687a2796bd47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088dcf2014041" /><Relationship Type="http://schemas.openxmlformats.org/officeDocument/2006/relationships/notesSlide" Target="/ppt/notesSlides/notesSlide28.xml" Id="Rdaa2f784820740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bc62a1e7c4506" /><Relationship Type="http://schemas.openxmlformats.org/officeDocument/2006/relationships/notesSlide" Target="/ppt/notesSlides/notesSlide29.xml" Id="Rf3ad9c8476224d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805faa97e4e3f" /><Relationship Type="http://schemas.openxmlformats.org/officeDocument/2006/relationships/notesSlide" Target="/ppt/notesSlides/notesSlide30.xml" Id="Rf59efb291bdf40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bd5d5bc5c4935" /><Relationship Type="http://schemas.openxmlformats.org/officeDocument/2006/relationships/notesSlide" Target="/ppt/notesSlides/notesSlide31.xml" Id="R91e184ebe39d4e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e20d32b8c495a" /><Relationship Type="http://schemas.openxmlformats.org/officeDocument/2006/relationships/notesSlide" Target="/ppt/notesSlides/notesSlide32.xml" Id="R46c32d2b27de4a5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52b9dbdd7417d" /><Relationship Type="http://schemas.openxmlformats.org/officeDocument/2006/relationships/notesSlide" Target="/ppt/notesSlides/notesSlide33.xml" Id="R9f7824635297406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f12bf83334a0e" /><Relationship Type="http://schemas.openxmlformats.org/officeDocument/2006/relationships/notesSlide" Target="/ppt/notesSlides/notesSlide34.xml" Id="R79a65be3a42141e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5379608a4c35" /><Relationship Type="http://schemas.openxmlformats.org/officeDocument/2006/relationships/notesSlide" Target="/ppt/notesSlides/notesSlide35.xml" Id="R1bc76c23fa3241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7815638b94e65" /><Relationship Type="http://schemas.openxmlformats.org/officeDocument/2006/relationships/notesSlide" Target="/ppt/notesSlides/notesSlide36.xml" Id="Rdf8a9e9d1a86484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fa95c66ed4c06" /><Relationship Type="http://schemas.openxmlformats.org/officeDocument/2006/relationships/notesSlide" Target="/ppt/notesSlides/notesSlide37.xml" Id="R39757b289bb44b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7fd9285fa4683" /><Relationship Type="http://schemas.openxmlformats.org/officeDocument/2006/relationships/notesSlide" Target="/ppt/notesSlides/notesSlide38.xml" Id="R025a19f11f834b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05a7f98014bf0" /><Relationship Type="http://schemas.openxmlformats.org/officeDocument/2006/relationships/notesSlide" Target="/ppt/notesSlides/notesSlide39.xml" Id="Rf2b2fbf6fb574ee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a6a7132174d70" /><Relationship Type="http://schemas.openxmlformats.org/officeDocument/2006/relationships/notesSlide" Target="/ppt/notesSlides/notesSlide40.xml" Id="R15934e9f238a486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fc19b1b04772" /><Relationship Type="http://schemas.openxmlformats.org/officeDocument/2006/relationships/notesSlide" Target="/ppt/notesSlides/notesSlide41.xml" Id="R81821793e6c04f2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92571bd844e88" /><Relationship Type="http://schemas.openxmlformats.org/officeDocument/2006/relationships/notesSlide" Target="/ppt/notesSlides/notesSlide42.xml" Id="R820b81e80f43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C190F-6AEF-496D-BA12-81672FA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D214E-262E-4508-B56B-A926AD98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0FC3-0536-4239-9C0C-2CCA95D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B7EE-B4F8-411F-B34F-A8F8772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F12C3-1AF4-4D2A-BAEB-6346B9D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BD1FB-FF00-41A6-9975-352F2F0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28CDB-C088-41C6-ACC5-D461667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C6E3E-9FFF-4E01-BD99-F2CB0BCB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0F55C-8FC3-4D0C-B791-5475208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326725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D324B-1499-4AB7-8833-595ABE4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4025A-D66B-44DD-827D-890CD14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37C85-3F79-49F6-9399-DC2C17F6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7701C-DF4E-4C3E-A29B-61D63BC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87C0-1FAF-4514-86BD-5E799F2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A957B-C373-434F-8FD0-582C133F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119D9-88BF-4C63-8FE9-C994AE2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1ECCE-AE6E-452A-8046-7256C13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D7189-E231-477C-82AA-E4F46BF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C2D9B-FA92-4B32-A7DD-F26C491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630856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BBE2-3A8D-4D72-9053-31B27614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9751B-5CDC-4312-9E60-5CB45BF6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CF2F6-9058-4C13-A936-F653CAC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2844A-80AC-4805-A69F-C9CF54A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390D3-C90E-42B4-B806-76A5C02F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64CC0-F187-48C4-99E0-503F363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057DE-7377-4D3D-A05E-4292261C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C6130-16BD-433F-B152-29866D1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EA015-92B1-4B82-B1A3-E8F6C79C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30DA-1A16-40E7-89E8-E220438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1532F-D9F2-4FC6-A912-607A6ACB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F11D8-DAC8-47E7-AE3B-D58F7E3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1510079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0C742-5C93-4214-8064-B3D2E35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3DF2E-EF1E-43B0-BEA0-04EFE6BA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5BC3-BED4-4FE9-A3B5-26845859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40C9-43DD-455E-9049-7A393DA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e a ideia de System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4DC82-CD6B-40EA-9AD7-D6041DE8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323E1-4A81-4C03-A762-3CD96D4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138E6-CC98-4BAF-A58D-B553018A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1C282-1200-460C-806F-99D7CB9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EACAF-1FD8-4ED3-ACBF-C5A4BB0C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decisões rápidas e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2722C-FF0D-49A7-AB8B-43BAD99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1E145-B284-45C3-A9CA-7D1D269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Sistema 1 de Kahneman; não é uma teoria do cérebro implementada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2341A-96C7-4BB9-B798-67E2117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7409-1289-42A3-AD03-2798728B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recebe um estado e perguntas; devolve escolhas e probabilidades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A1F97-7D70-42F2-974F-4310A52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82D0-1CC0-4F28-A1B0-BD5AC5E3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724232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8E2C0-73CF-44DD-BD55-76B194C1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BD280-3B58-42DB-95A3-E3B1686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972E7-7F1F-4FF9-A525-8783BDB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7044-E08E-40C3-B226-60BF215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B7964-2CE1-4D1F-8D79-32D95CE9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9B91A-347D-46D4-85F3-47BB114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C01C6-7029-4EDE-8EB6-3A043A5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5D859-0D8D-4123-9173-A5EF27F3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32479-B79E-4A75-9E9D-493E6B1B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9CEFE-3933-4850-9CE2-0CB4AF7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34C33-4374-4FA6-8BC2-802247E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01171-FC2F-4129-8572-20ADD19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34130-F7C8-4C56-B350-56393E0D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1734A-D6DD-44FB-8579-42EA0391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A7444-8BBB-4750-96D7-69E2C190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1692358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16485-D7BF-4399-9B7E-49D92C40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B1D17-AD0F-4EA4-998F-B84F1A57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DAAB5-DBC2-4457-B626-94EC72C9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6BC71-85FD-4D44-B4A0-71FF2CD1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A0750-567A-4011-B862-F4EF573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DFD34-6022-443A-9210-E43193B0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B989-648C-49BA-A9FF-671CE6C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3A679-048B-413D-98D1-1209798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8A768-E6B4-4552-BADD-33169A02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559309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DBF09-5F60-4685-943C-76BDE810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9C3BE-5ACA-48AB-A34E-C69C17F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5276C-20A4-4308-84E5-C49524DE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BAB67-5938-4DC6-B88A-207D734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A7814-A092-4403-AEA6-D3038CAF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B25B1-09FF-4607-8C78-FF91E60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86BAA-3DCE-4C62-9ACA-82B8EE0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CE019-DF9D-4EA9-A2AE-71233B5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B9A0B-CE62-4245-B4EE-1D183C9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2CE1F-351A-4145-B179-101DBDF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E4DD5-81DF-4613-8920-814C2D36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CA7F9-2E02-4517-B682-B5347B15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92D64-E81C-4F2A-8CF7-BF82E37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122156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D6A48-4D34-46DF-AAC3-F8E8776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783D3-C812-4CAC-B28F-894F1427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54661-93FE-4CB8-9A09-D0E30DF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B57AA-761F-4048-BFD0-5FB7C5D7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69B35-52E9-430D-9DF1-7892FBC5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10CFA-B092-406C-8E01-2F57CE8D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E882F-943B-4585-86E7-8D7BF48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086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DFFB9-B4BA-497C-A478-FDEDA912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B12FA-2AFB-4243-BBD8-A0A158C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B3145-FAE0-443A-8EB2-DED3C1A4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3606-6D9C-43CC-9FC9-C585ECF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556F7-0E1B-4DC1-97BA-B54B7C0F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F41F-61B4-4B9B-9019-2E83D722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A0765-77C2-4BAE-B9C7-4309EC17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3b8266ce345d8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48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3D94F-2E0B-4158-A462-890032B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344B-F707-42F5-B0EE-0D94B27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88056-552F-46D9-9FEB-6ACE4C7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B44B-1E8E-4596-A571-49368B89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0EC27-A051-4D56-8250-88DD2A30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74AC1-8AD7-4378-9AA2-A3E46922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A0346-ADAB-47B3-A9DC-EBC6D1D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76C59-5862-452C-A12D-F63A80C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9565B-2D61-4F78-B7D4-47493F5E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75046-9267-46C3-8FF3-1F8070C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2460752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24C8E-5650-49EF-A9D0-73D8724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B7C82-A699-4D11-AE24-20099D2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61DA9-3239-4964-B4BF-51C6449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8C094-C295-480A-8770-1663183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BADD-6AC0-45C8-877E-E973AAA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03CB2-390D-41B1-B5D1-0C967C6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06C34-980B-4AB8-B563-4C62B5F1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A6132-C1A3-4A76-B1F1-5CE607C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8A3A4-C501-43E2-8545-8EE75264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1299089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281C7-40F7-447D-87EA-C3BDAF87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9E982-F709-4DA5-98C7-41F3A58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46231-9A3E-4385-A1AA-D8B565D8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FC4C2-6F5D-4578-9D7B-58B1FBD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chamada em código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B7B94-7EFE-4A54-9EAA-9487942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1BFAF-C27A-4109-8936-681DA51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5C44F-2A5A-4E07-8821-AE95771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41A17-ECC7-4E76-86EB-B82901B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F353D-41BC-452F-9334-707BFDC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POST https://api.typesafe.ai/v1/systemone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[{ "type": "choice", ... }]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route(validate(answers["departamento"]))</a:t>
            </a:r>
          </a:p>
        </p:txBody>
      </p:sp>
    </p:spTree>
    <p:extLst>
      <p:ext uri="{BB962C8B-B14F-4D97-AF65-F5344CB8AC3E}">
        <p14:creationId xmlns:p14="http://schemas.microsoft.com/office/powerpoint/2010/main" val="1690785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3800A-337A-40D7-9FD9-9818252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18A5-D9C5-4BD5-8BF9-CE5FD50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AC3AC-AD94-417D-9410-DF51BEB4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E2C0-D69D-4980-8647-135BCD19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 básico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08EA6-E336-413D-81B8-BB3ABF8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8388E-9A91-4120-AA49-7226B81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71F50-1992-499A-945B-9711B809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E77C2-5095-4D13-AE51-2219C1D8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32DC9-EC3E-4A86-8A2D-E416794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EDD7-B4D8-4969-AA7B-B3A1587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F269B-3A3D-425E-BED3-9BB49182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do ambiente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8C795-C639-4CAB-8C0A-0D51292F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05C6-AE58-452F-A080-F7478252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3ABB8-B1F1-4531-8844-D5A6751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2E576-92CF-47D1-9156-1B4E93C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ação sob a política aprendida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81024-4DC8-4949-9F1D-A7F6584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41483-C181-4A56-B125-58D995E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2383003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654B4-007A-4CA2-888D-F1A08941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9BB0-6F71-4D77-9B2B-528B5CD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1E16-A23B-427E-9119-1D95505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E02B2-5419-480F-951B-8169F85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5327C-6ACD-4EDA-8ACC-D9032E2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34085-37C2-4116-89BE-08A9DF7B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E341A-DD03-469A-85EF-2DEDE026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97301-B9B7-47A4-B013-541252E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B910B-18E5-49EE-B7BE-CD02CB38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BBFC5-38E1-4A79-8A24-CA00BF0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69A09-2357-45AD-B184-C6FFE0D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comparações/preferências humanas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92EA8-E497-4A9B-B969-98E323D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F48E-9EBA-4432-A741-39907CAA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preferidas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C81B2-974C-4C7A-9E4C-F80D9C3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C33E4-2D2D-475B-8117-FBA3809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alinhada à preferência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396DC-982C-437E-AE8B-378ED25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CD229-5638-4FAA-95AB-887D06FE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mede calibração</a:t>
            </a:r>
          </a:p>
        </p:txBody>
      </p:sp>
    </p:spTree>
    <p:extLst>
      <p:ext uri="{BB962C8B-B14F-4D97-AF65-F5344CB8AC3E}">
        <p14:creationId xmlns:p14="http://schemas.microsoft.com/office/powerpoint/2010/main" val="2103689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4636A-2303-421C-A3FA-9E615C6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7F7C9-9B85-4CEC-89D9-CCDBEC2B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E0B2D-8979-4373-9127-18FAB992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1823-6E85-4998-95EE-65283953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6C570-85DE-4F03-BACD-B3C4325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37960-8975-4790-921B-8E6438D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608AF-6131-42F2-B339-33B27D4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A433C-836B-4FB0-B43C-B1D19FCA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7A5DB-24D3-4B54-8C3D-00CAEBC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00393-ED26-40D4-B260-EDAB6C7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9C929-7AAB-44E4-A1F8-3376097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teste, prova ou resposta objetiva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28650-48B5-45A2-8021-648FE270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68BED-AF42-4878-AB75-FFD0194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verificadas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B68A7-ED14-467B-A0BE-5393CE40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EEDA-E790-4458-AE36-D9A097B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correta no verificador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63622-6079-41CE-8C63-FBDD248E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87EE2-BFD3-4FF2-B09C-E98648E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não calibra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10114388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8C28A-2A86-46E1-B4BE-687C9863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1A83E-7BB9-4DC1-A676-F5429B8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84098-937D-4599-85E4-A3FCCD56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0AF55-0840-4BBF-930D-2090927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CB3A0-4830-4FAF-A4FA-5ABFBF9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B67E-9E1E-4516-AB14-DEF5B766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D8A36-E905-4014-A3C9-BBC9A3BD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52384-8CCF-48DE-B830-E158D2BE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B35AA-A2A6-4D88-A371-1CA3FC6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estados e decisões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4F1FB-479A-4FA1-B591-106B8391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AD3E7-D035-4DE6-A359-F468634A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objetivo público de decisão calibrada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7B9E4-F8D9-4F42-89AE-9D3F7C7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B209-8644-40F0-8BFD-249A1A3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detalhes do treino ainda não publicados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0AC23-8505-441D-9784-3F27A74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10B3B-BA3C-4027-A01D-D27D5F83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escolha + distribuição probabilística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317AE-CA8C-4F3C-A0D1-7CCCAAB7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5E79F-9BFB-4869-AFB9-DC40852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falta teste independente no nosso domínio</a:t>
            </a:r>
          </a:p>
        </p:txBody>
      </p:sp>
    </p:spTree>
    <p:extLst>
      <p:ext uri="{BB962C8B-B14F-4D97-AF65-F5344CB8AC3E}">
        <p14:creationId xmlns:p14="http://schemas.microsoft.com/office/powerpoint/2010/main" val="2052329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7365D-7788-46B0-B9CB-C7A49960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8B46A-F11A-4259-92D6-4C0186B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4CC41-EDA0-4868-BEA7-D495707D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52CE3-320F-4CF3-83BD-70E9457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AF9F7-9BCD-4A30-B75A-E955A41A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9C22D-D2F6-420F-BC76-6E56005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ECB67-16F0-486D-9F6A-22B8C1C1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B0165-8731-4C08-888A-B603EA4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380CF-BAD3-4887-BD4F-8EF54B4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C330B-1328-444F-9212-0EF3D89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155521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80414-F9C4-404E-BE72-0224014B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C62FC-ACB5-4F77-ACD2-993A321D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928FB-180A-4EB5-8C19-DD347756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BB81B-FE36-4531-8E49-56CD73A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1BEB3-4059-41BE-8983-299D0FD6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63426-4DB9-457E-A5BF-8454328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1C703-DF9D-464F-9D27-872147A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C582C-90AA-4607-8C22-F42C6CAA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935D4-CD01-4352-8E6B-6075F95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54F35-2542-47E8-8119-9CC957A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EB09-40DC-4243-97A7-E25B496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29387-9715-4161-9DBC-57BD79F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DF82-BFFA-4193-8F85-1C4BCCF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831937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5A707-C3B8-4C7F-AEE5-DEF697C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CE884-D44C-453D-8830-5469F50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CB79F-1204-4557-9BBB-460B03F8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57CBF-3BEC-44C8-9ED9-5F397998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5EAA2-60CA-4319-9750-DD9775B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37D00-2603-43BF-A83D-2EC8824C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A94E4-FC3D-4F41-9369-6EC1EDE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2259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D517E-156C-457C-AE49-33B29B6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C3D7B-EC58-41E3-83E2-69A28879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0C495-833F-46E0-9339-5BB4DF7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0609-DEDE-4430-8DEB-B6E6084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3AF6D-07FC-49EF-914C-6EA22F0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D0BBD-E8BA-494A-9E6B-E4F2D19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48D97-689D-46C2-89E8-B8AB3A4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A0479-DEA4-450C-AC96-8970090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C6BE6-F7D3-4B2F-9D9F-F4C8ED76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FC12A-5072-460F-B322-4081ED0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66CF-D9DD-4FF9-91B3-4452CEF7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E82D6-1D77-4D88-8E9A-922B920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6209390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3E7A9-0498-49A4-8BDB-350050E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E4876-8AFB-4BE3-BF28-E6B3ABC8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35460-C241-44AF-B77B-7DBB8B05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FFE4B-80EE-4C2D-9B5B-176908D2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83550-841E-4FE2-B33E-A6333BE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9B1DA-6565-46D2-B523-9AD3228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D4957-6BB6-4B87-8B8A-EE28B23A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BE8A6-AC25-4236-B28C-342FE970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38AA8-4AEC-4FD2-B7EC-12DE4932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D00E-7B51-4FCB-A2B9-814E1CD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72612-1F97-49D7-9577-3F1438A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B4ADE-53D2-4D67-B41C-9AFAE6F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7951273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EED51-B770-4A86-86A4-2C0E00A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96742-9E36-422F-BCDB-DD7C931A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9545F-E6C0-4E4A-A115-50948B8B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965A8-F7BE-4913-9AC2-9F2C12CB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5C10-1509-4F29-8A17-B45CCE7E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FBC2F-C793-4298-A50F-FE30F2D2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C45FA-7E23-4C5C-8EC7-8F2A82A9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6997-9E6F-4E6E-9490-6532189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5EADE-497E-40CB-A2F3-36A6B3A0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55C95-585C-4984-8DC5-AE26B8E3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513F3-E102-41F4-93C6-C53E919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D46ED-F73F-441B-A855-7FABDAF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9357740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646B9-453C-4D86-9649-588460C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89CDA-5CAE-48CF-97D5-C7489A4E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77CBE-8BA5-4157-B1EB-D71B0D2E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EAF4-1382-4BDB-A67B-B28F123A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24BD2-94BC-454A-ABC4-EEE70C2F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8A22A-193C-40F5-965A-E9E34C2C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CEF9C-732A-4DCD-8D51-EB2FC77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D0DD7-4B6C-4C7A-ABBB-0B3BA02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C6FA-627B-40E5-88CB-A141BF5C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B3377-20A2-4487-9BEB-8C33480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CC780-A367-4E63-BFAE-E15277A7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AFE88-CD7A-4635-BE78-C4FB8F93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3057568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37854-1E44-4D88-80D0-B80FA2A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F9ADE-6CBE-47CE-B25E-20EAAABB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8E70A-A715-4859-A5F3-EDB9121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C75BF-EC5D-4D6C-AEDE-6C5CB4C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7E27B-7757-400A-84E7-0C7C31F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63ED-37D8-4980-8AFA-F7F317B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9868C-C377-4E9F-ABA1-FFFD034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4F761-06A6-419C-927D-1417C979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12B97-2BFA-4477-98A8-806BDE6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E8574-A520-48A1-BED1-536EBA16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6EFD4-7D1A-4061-94EA-0A558CD8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8740C-462F-4894-8690-327A3CB4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13352505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4B70-EDB5-4F5D-9CDA-BADEFE81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E4261-6E6E-4002-A59D-02BBBF3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764A-3C96-484E-80C1-FE59035B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0A31-EF74-4E69-BA9E-8DAFBD5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6FD77-B76D-47EA-9E19-63302E7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C117F-A1AE-4E4F-A63C-6A6B05E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6CD6E-DA92-47D7-BD97-9FE1DF1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EAD49-7CF2-4235-85CE-C97C1BDB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4302A-A771-4F02-B7D9-4574AD40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56938-FFB0-4373-B988-D418880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E128A-052F-4FCE-85A2-3508B155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01630-6185-45A7-AC11-5048B557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BE904-FC2C-4AD3-9048-1422FD8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ACBA7-FA75-4D99-BE38-E5921B9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E3F07-BEA2-44D1-B653-F610034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20246896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A038F-F46A-4398-A6CD-91DB237D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CF8FC-6A48-4825-9D2B-95B84629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6FD8E-EE6B-4AFA-81AB-49788FB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E1197-779D-4D1A-A7F0-AE2AA59B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× Laya: o que muda?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CA605-65A1-4E29-BF6C-7270FBAD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32A82-01B9-4C45-A44F-F0C64E9D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11CB1-20D9-4DA8-B0CA-F0E18F2D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remota da TypeSafe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Latência publicada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Serviço remoto; depende da rede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MLX: 7,39–13,42 ms p50 no M3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No Maestro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60 casos; 54 acertos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medido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Conclusão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Experimento medido no projeto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Candidato a avaliar no mesmo corpus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222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72F81-58E9-4154-9E06-3E7C68A8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33D13-96B1-4778-9CEB-8B071DC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CA2F2-21A6-4D3E-80E7-B19C8143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B9759-72D5-46AE-A5F3-E8C90058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3E9F0-A588-4001-8DE8-E2B6995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2E49-B9A5-4CB5-8D88-40DA742F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923AC-64A4-4731-828F-B6833013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0D5B3-DEA0-408C-8477-9BF122AD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9041B-F18A-4290-82AE-37FCACF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19771328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AE905-5A06-4ECB-95D4-7DEAF73D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3AAB-5432-4002-9D2F-D3ACEA6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30EAA-92B0-401F-A67C-3E0B246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A5441-BBE7-47BD-B89C-CFBC9C43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ED9B2-EA82-4856-9F13-61D33F3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87752-77C5-4EA5-8B37-E82AA821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E857B-A40D-4D6B-BD61-394E2945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BBDB9-89E6-4FB6-9BAB-E3A87BA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AB9F0-AB23-4B0A-834A-A756E3C8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53482-E866-4718-9527-06EE0FA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40096-82E6-4511-83A2-ECD494C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97D1-1F99-496B-9A32-824C3B1C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90EB4-C045-43FF-819D-8FEEDF35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8079686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0F406-09FF-4BA1-9D61-C80DFEE1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F44AB-3234-41C8-A1E3-7C423BB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D61A-FB38-44E1-9439-1538D9E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BCF8F-3D11-4320-ADA7-6C092F1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56EA3-60A0-413E-A614-C75C0869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754B3-46B1-46EC-8CE0-3F8C9A2C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BA48F-AC6C-4067-A738-DECB4421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5B274-785E-460A-80A6-D0A84DE2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0D0C7-EDFB-48D3-85BF-AB65A36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34A5C-FE09-45FB-AD32-E097A3E4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8F916-C253-49BE-9B46-00D1B72C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C4193-A185-49F8-89FF-7CC53A91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6C0C4-5F37-4FF8-A3C4-E6DFF075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12295552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C264E-13C1-4446-82C9-DB69A3B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1F5AD-EA66-412A-A372-512A0FB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24A2-3BB8-4691-A04F-0E8930A6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2EA70-752A-40C2-AB4B-EC9E099C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B7A4-DBF1-4263-8489-D5E93F32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B8C10-142E-4065-8303-2DB81181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48936-7BD8-4EF1-B416-10E7272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93496-89F0-4FF9-8261-BE75C1E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D763B-1F25-458D-9BAE-2A42002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28215-F4F7-4FB8-81A7-17C194C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6C94A-BE63-4EA6-8ABC-EE379994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816B4-3A89-4A01-A71F-AA69DF9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B248B-53DA-49B2-A32B-A3761B0C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6DF19-060D-4044-88ED-146C3D3F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40A30-F3A0-45F3-89CD-CB563669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8677149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77D28-E941-44D2-931B-86B30D76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27AF1-94AE-4555-A457-E61A1EE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CD9A3-6E7D-4471-867E-6399EAD2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D3CF1-368A-443E-89AA-AEACD731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0E876-EC71-40AF-98B3-9B2EEA39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91522-D0F0-4259-AB9B-AEDA77C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F493B-89FB-4AB1-91FF-A6184DF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95AC3-875C-484A-B43B-9351EAD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073AC-5852-4ECA-B173-CF73679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A10B-6C67-4390-89F4-E08A8AC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999D0-05F7-4228-BCCD-961CC49B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98DEC-980E-4C01-AC30-F76BE52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C1AD8-2567-4636-9C1C-058CFF9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AF80E-34A1-4930-829E-3C91ECA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D39CB-8B4F-4A24-ADE5-6F7B708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496324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B5072-87B1-4471-9B11-3B2E0E01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01E5E-E017-46E6-83B4-7BEAD9B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F6201-605E-400A-B9B9-2F3675C4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0E77E-F847-4AFF-873A-389153F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FB3E9-3AD9-4269-A210-E1D9835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C66EF-7E07-456B-BA01-2CEB0C8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3382B-99F0-48D8-A63B-6CFAD1B6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50E09-7D80-4994-B42F-C1C173C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F53CF-D676-4418-B2DC-8D185761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5DF76-0A1C-493A-89A7-AA9B96BC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8513031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3A4DF-BB1E-4F15-ACB8-095598D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AB224-6D72-41A0-895C-F57F8476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5E4A-046D-442F-8B18-C962099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74924-2E74-4669-9DEB-22CAC5DB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JSON que o Maestro envia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22988-1128-4A86-BBF0-63B8043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A6432-AB54-465C-B3FD-49A228AA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11DB0-3AAA-4962-92F0-66B97E97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C59FB-9E58-4BF1-B635-01EB6E91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3EC80-FECD-401D-ABA2-00BCB27D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Android → proxy local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 "transcript": "&lt;fala operacional&gt;"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Proxy → TypeSafe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"&lt;fala operacional&gt;",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"operational_intent":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"type": "choice",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"criteria": { "SPRAY": "...", "DOCK":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"UNDOCK": "...", "CONFIRM":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"CANCEL": "...", "UNKNOWN": "..."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11556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5FD6C-1BE0-4E2B-94F4-D4612774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D866C-9A0D-43B3-BB8A-8E87AC2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3E0B0-4429-4D49-8EEC-D871C82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6DBCE-E7C7-46F4-9FE8-E33A6D8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Uma resposta real do nosso experimento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A36A1-84FA-490E-A19D-702B0F52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2D328-F026-46FF-8857-9674234C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E289E-F73C-491C-B4D0-07AF79A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BE253-EBDC-406A-9C7E-7E7E5015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EF733-D57C-46B9-946F-21B177D1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37369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22AC7-AB11-455A-BE28-4F4CC7CF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BCF05-C231-4139-B599-32F54D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BA529-5BD8-4ECA-BFA5-58F6765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758AA-AA7F-48FC-8191-CD88AC2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Código real: validar ou recusar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C673A-3B3B-4B97-8E54-760E052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8FB17-4E11-4146-8CD4-AFA7045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A993C-13B3-4866-8BC0-D54A449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02D2E-1E24-4349-A270-09151B61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C42F4-5020-45F6-93D4-5B795B4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5875699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FA13E-7EBC-4863-9C46-3F51D2B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3AF5E-8177-4C03-8D73-490E9B0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65BC7-B334-4F63-994E-42CDA77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B4966-B05B-4338-AC93-8D0F0C5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6EF01-BEB7-4332-ABA1-8147017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01DB7-DBD3-48A3-B2CC-A3FB606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62837-9ADA-48AB-A4F0-72BD435E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998AA-26F5-4C53-8827-9C2DD48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6117800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B9250-E800-4AE3-B6E0-60B001C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FE9D3-7B75-4DA8-8E32-DEB0C96F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9F7F3-464C-4FED-92B0-B25AAF93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E921E-C041-4DD1-A1FC-2D6ACEFB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DAA2F-B08C-40AA-9F3D-3908F0B2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7ABD5-1B3C-4A64-85DD-D352CAF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268EC-C747-4A1F-B4EA-E9CA8C6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BAE03-4899-48C1-941C-7FEA4C58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FA7A4-1EA4-4666-B5A2-5F3B8AD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13453732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93E7A-30F4-4624-A223-A587046F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838C3-322C-4B0C-9020-0BA53FE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3F727-E243-47CD-BBFF-9192617F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4EB63-007E-4E9C-BEBB-D9A28D31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59B45-66A0-48AC-A5D8-E48B8ED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DDCAA-B5BA-404A-B26F-1BA8D12F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53EBC-2689-46AF-BCD9-C47B2429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480D4-497F-46F6-B20A-6FD1BE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FAED7-DEEF-469D-8006-C2CD5E1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32215-738B-48F4-9FDF-D750778C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A293-DEBB-460F-8788-5490F87E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DE499-2D07-41B0-B84D-FC5C370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355910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FD5B5-A72C-4309-A1D0-2AF88CF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D82A2-79F0-4A72-8E93-032D3D6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D71EB-01D7-42EF-9DCB-27CE4A2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566C9-F063-474E-93CA-601E47F3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E9CB-1AEF-4727-8A0F-555EE90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73B64-471A-4B55-8A07-0015D07B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1DB0F-205F-4400-96B2-AC61D174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A78C8-E975-432D-B824-E17C6AAF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41F96-1321-4458-A15C-174AC0A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16EB9-187A-4007-AB4A-910918E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6393-1674-406F-BBA0-8DE4003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CD4A6-738C-49F7-9A27-2FA095B0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9953446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13DCC-A0F9-4025-98C2-20EA4E7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D1187-56C5-409B-B2A0-B9F476F3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B850B-A7CF-4605-B1B2-C5EB084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B0C24-EC61-4E71-8238-2215BEE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1D438-6890-4CB7-9698-24169B7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56B7-F054-4FF8-8324-086E781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0ED46-28AB-4666-9315-66408B5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BB827-0CC3-448A-8ED6-56947B7E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E0260-A09B-48FC-A6F5-87B1F65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C4E91-7E7B-402B-9B27-E85D86BB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30159-0BE0-4076-9C70-19054448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5AF2-ECA9-4B2A-B9FE-A26B46B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E0517-6953-484C-A087-0D3CB69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09346483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B5142-38C1-4858-A3A2-70388C3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BB002-DC8B-460F-BB34-0671C08D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B120E-3ABD-40EF-906A-09EE7F80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C888A-0463-40CF-932C-CDAE14A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2BC1-3534-4FC6-8EB3-BD60798B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E7FBD-F630-4CBB-AB4F-44F2BCCB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E5F0-3F9F-49DB-A312-5178B454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4559B-3F1B-4F85-A5BA-17F65C16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A0495-6663-42EF-8D96-5C9D93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Como isolar o efeito do treino chamado RLCD?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BDCF8-E571-4C65-A9BE-0D9E585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EF5E4-F6F7-4C36-8401-5B5E72DE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Que teste com ASR real reabriria o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F1EF3-E44D-4C03-AE28-2CCDE4E2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9C1F7-4114-48E8-8862-E4D29AB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Quanto custa um falso aceite diante do robô?</a:t>
            </a:r>
          </a:p>
        </p:txBody>
      </p:sp>
    </p:spTree>
    <p:extLst>
      <p:ext uri="{BB962C8B-B14F-4D97-AF65-F5344CB8AC3E}">
        <p14:creationId xmlns:p14="http://schemas.microsoft.com/office/powerpoint/2010/main" val="8548558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85F49-A09B-4579-B09F-70BE7B3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DDF12-73E6-427A-8553-4A5E75C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EDE1E-0E33-44C4-8B30-6317FDF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35DEC-41D8-4E88-96B5-129485F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7475F-7F76-42F3-A69A-CFFB6EA5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527C3-829A-4C0F-AAE9-7C8455A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01DE8-B806-4702-A2CE-0988F80C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D9737-F385-442E-B05E-A53B71B4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4F0C7-9FA3-4617-BDF9-894B4C9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596594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2026-09-27T01:18:33.9250000Z</dcterms:created>
  <dcterms:modified xsi:type="dcterms:W3CDTF">2026-09-27T01:18:33.9250000Z</dcterms:modified>
</coreProperties>
</file>