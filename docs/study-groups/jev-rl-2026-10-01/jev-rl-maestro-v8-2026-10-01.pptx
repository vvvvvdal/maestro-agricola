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940ad9b36c489c" /><Relationship Type="http://schemas.openxmlformats.org/officeDocument/2006/relationships/extended-properties" Target="/docProps/app.xml" Id="Rc7280689b56d4ef2" /><Relationship Type="http://schemas.openxmlformats.org/officeDocument/2006/relationships/officeDocument" Target="/ppt/presentation.xml" Id="R9ba080a18b2f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6850ca1f540ad"/>
  </p:sldMasterIdLst>
  <p:notesMasterIdLst>
    <p:notesMasterId xmlns:r="http://schemas.openxmlformats.org/officeDocument/2006/relationships" r:id="Rd7e5f7f6323b4533"/>
  </p:notesMasterIdLst>
  <p:sldIdLst>
    <p:sldId xmlns:r="http://schemas.openxmlformats.org/officeDocument/2006/relationships" id="256" r:id="R33f471e41a45488a"/>
    <p:sldId xmlns:r="http://schemas.openxmlformats.org/officeDocument/2006/relationships" id="257" r:id="R8a213d8c83fe43f1"/>
    <p:sldId xmlns:r="http://schemas.openxmlformats.org/officeDocument/2006/relationships" id="258" r:id="R6a8a34b248a94889"/>
    <p:sldId xmlns:r="http://schemas.openxmlformats.org/officeDocument/2006/relationships" id="259" r:id="Rb36d0a4f506247c7"/>
    <p:sldId xmlns:r="http://schemas.openxmlformats.org/officeDocument/2006/relationships" id="260" r:id="Reae8759d8b1b4943"/>
    <p:sldId xmlns:r="http://schemas.openxmlformats.org/officeDocument/2006/relationships" id="261" r:id="R3754bca286b34a5a"/>
    <p:sldId xmlns:r="http://schemas.openxmlformats.org/officeDocument/2006/relationships" id="262" r:id="R5ae4df34dec5488a"/>
    <p:sldId xmlns:r="http://schemas.openxmlformats.org/officeDocument/2006/relationships" id="263" r:id="R201a9e2391434e20"/>
    <p:sldId xmlns:r="http://schemas.openxmlformats.org/officeDocument/2006/relationships" id="264" r:id="R4a0b347b766d47c0"/>
    <p:sldId xmlns:r="http://schemas.openxmlformats.org/officeDocument/2006/relationships" id="265" r:id="R3b5e459744094bd6"/>
    <p:sldId xmlns:r="http://schemas.openxmlformats.org/officeDocument/2006/relationships" id="266" r:id="R6824ec673e4b4270"/>
    <p:sldId xmlns:r="http://schemas.openxmlformats.org/officeDocument/2006/relationships" id="267" r:id="Rb35b42ec63234405"/>
    <p:sldId xmlns:r="http://schemas.openxmlformats.org/officeDocument/2006/relationships" id="268" r:id="Ra55d6a96272043dc"/>
    <p:sldId xmlns:r="http://schemas.openxmlformats.org/officeDocument/2006/relationships" id="269" r:id="R5327d5949b064960"/>
    <p:sldId xmlns:r="http://schemas.openxmlformats.org/officeDocument/2006/relationships" id="270" r:id="R9be8e600ac9249ca"/>
    <p:sldId xmlns:r="http://schemas.openxmlformats.org/officeDocument/2006/relationships" id="271" r:id="Rbdd0ea187c19439c"/>
    <p:sldId xmlns:r="http://schemas.openxmlformats.org/officeDocument/2006/relationships" id="272" r:id="R0929452dc04c45ec"/>
    <p:sldId xmlns:r="http://schemas.openxmlformats.org/officeDocument/2006/relationships" id="273" r:id="R2cea15aefe2c418d"/>
    <p:sldId xmlns:r="http://schemas.openxmlformats.org/officeDocument/2006/relationships" id="274" r:id="R71f435f021b244ca"/>
    <p:sldId xmlns:r="http://schemas.openxmlformats.org/officeDocument/2006/relationships" id="275" r:id="R5334e17ac6be4d32"/>
    <p:sldId xmlns:r="http://schemas.openxmlformats.org/officeDocument/2006/relationships" id="276" r:id="R2e0edae796474925"/>
    <p:sldId xmlns:r="http://schemas.openxmlformats.org/officeDocument/2006/relationships" id="277" r:id="R2445ef0e74d04835"/>
    <p:sldId xmlns:r="http://schemas.openxmlformats.org/officeDocument/2006/relationships" id="278" r:id="R47c75f765f2040ba"/>
    <p:sldId xmlns:r="http://schemas.openxmlformats.org/officeDocument/2006/relationships" id="279" r:id="Recb0a797548d4b60"/>
    <p:sldId xmlns:r="http://schemas.openxmlformats.org/officeDocument/2006/relationships" id="280" r:id="Rac7acea2154d4b59"/>
    <p:sldId xmlns:r="http://schemas.openxmlformats.org/officeDocument/2006/relationships" id="281" r:id="R19b58b6b2be345ee"/>
    <p:sldId xmlns:r="http://schemas.openxmlformats.org/officeDocument/2006/relationships" id="282" r:id="R4f327400a01c4fe8"/>
    <p:sldId xmlns:r="http://schemas.openxmlformats.org/officeDocument/2006/relationships" id="283" r:id="R6bfb4879c48849ab"/>
    <p:sldId xmlns:r="http://schemas.openxmlformats.org/officeDocument/2006/relationships" id="284" r:id="R84a1b49c179a443f"/>
    <p:sldId xmlns:r="http://schemas.openxmlformats.org/officeDocument/2006/relationships" id="285" r:id="R9c377b080aee4468"/>
    <p:sldId xmlns:r="http://schemas.openxmlformats.org/officeDocument/2006/relationships" id="286" r:id="Re70fecbe71694210"/>
    <p:sldId xmlns:r="http://schemas.openxmlformats.org/officeDocument/2006/relationships" id="287" r:id="R8806010b14454f2e"/>
    <p:sldId xmlns:r="http://schemas.openxmlformats.org/officeDocument/2006/relationships" id="288" r:id="Rf95a5a02a69b4080"/>
    <p:sldId xmlns:r="http://schemas.openxmlformats.org/officeDocument/2006/relationships" id="289" r:id="Rc6e3a070d0624d6f"/>
    <p:sldId xmlns:r="http://schemas.openxmlformats.org/officeDocument/2006/relationships" id="290" r:id="R7ec4fe41931e4e31"/>
    <p:sldId xmlns:r="http://schemas.openxmlformats.org/officeDocument/2006/relationships" id="291" r:id="R033fee9d56764931"/>
    <p:sldId xmlns:r="http://schemas.openxmlformats.org/officeDocument/2006/relationships" id="292" r:id="R1f605fb753ea467e"/>
    <p:sldId xmlns:r="http://schemas.openxmlformats.org/officeDocument/2006/relationships" id="293" r:id="R3beec51c7181436d"/>
    <p:sldId xmlns:r="http://schemas.openxmlformats.org/officeDocument/2006/relationships" id="294" r:id="Rece191fa42e343fc"/>
    <p:sldId xmlns:r="http://schemas.openxmlformats.org/officeDocument/2006/relationships" id="295" r:id="R7bbf2d580a584102"/>
    <p:sldId xmlns:r="http://schemas.openxmlformats.org/officeDocument/2006/relationships" id="296" r:id="Ra01eef4676554067"/>
    <p:sldId xmlns:r="http://schemas.openxmlformats.org/officeDocument/2006/relationships" id="297" r:id="Rf05ba9a59e6e45e0"/>
    <p:sldId xmlns:r="http://schemas.openxmlformats.org/officeDocument/2006/relationships" id="298" r:id="R083914a48332499e"/>
    <p:sldId xmlns:r="http://schemas.openxmlformats.org/officeDocument/2006/relationships" id="299" r:id="Ra2cb48197336454b"/>
    <p:sldId xmlns:r="http://schemas.openxmlformats.org/officeDocument/2006/relationships" id="300" r:id="R66dab2c8efe646f6"/>
    <p:sldId xmlns:r="http://schemas.openxmlformats.org/officeDocument/2006/relationships" id="301" r:id="Rf8cfeadf25534f30"/>
    <p:sldId xmlns:r="http://schemas.openxmlformats.org/officeDocument/2006/relationships" id="302" r:id="R1941d25b84004347"/>
    <p:sldId xmlns:r="http://schemas.openxmlformats.org/officeDocument/2006/relationships" id="303" r:id="R60cf3b2c3ee24b6c"/>
    <p:sldId xmlns:r="http://schemas.openxmlformats.org/officeDocument/2006/relationships" id="304" r:id="R867e247e6b2f453b"/>
    <p:sldId xmlns:r="http://schemas.openxmlformats.org/officeDocument/2006/relationships" id="305" r:id="R7d67b4feae83456a"/>
    <p:sldId xmlns:r="http://schemas.openxmlformats.org/officeDocument/2006/relationships" id="306" r:id="R85d0da5a73414c16"/>
    <p:sldId xmlns:r="http://schemas.openxmlformats.org/officeDocument/2006/relationships" id="307" r:id="R4e5cab524d5c4271"/>
    <p:sldId xmlns:r="http://schemas.openxmlformats.org/officeDocument/2006/relationships" id="308" r:id="R72697765771f41e1"/>
    <p:sldId xmlns:r="http://schemas.openxmlformats.org/officeDocument/2006/relationships" id="309" r:id="R17b369babfde4c84"/>
    <p:sldId xmlns:r="http://schemas.openxmlformats.org/officeDocument/2006/relationships" id="310" r:id="Rbe46d78c4ad04cc4"/>
    <p:sldId xmlns:r="http://schemas.openxmlformats.org/officeDocument/2006/relationships" id="311" r:id="R9d1c1359545c4ce0"/>
    <p:sldId xmlns:r="http://schemas.openxmlformats.org/officeDocument/2006/relationships" id="312" r:id="R1279f95bbb45424d"/>
    <p:sldId xmlns:r="http://schemas.openxmlformats.org/officeDocument/2006/relationships" id="313" r:id="Rf40555c1fbfc46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eb989de634336" /><Relationship Type="http://schemas.openxmlformats.org/officeDocument/2006/relationships/slideMaster" Target="/ppt/slideMasters/slideMaster1.xml" Id="Rbba6850ca1f540ad" /><Relationship Type="http://schemas.openxmlformats.org/officeDocument/2006/relationships/notesMaster" Target="/ppt/notesMasters/notesMaster1.xml" Id="Rd7e5f7f6323b4533" /><Relationship Type="http://schemas.openxmlformats.org/officeDocument/2006/relationships/presProps" Target="/ppt/presProps.xml" Id="Reee04635555c47fa" /><Relationship Type="http://schemas.openxmlformats.org/officeDocument/2006/relationships/tableStyles" Target="/ppt/tableStyles.xml" Id="Rf9551d209be34a02" /><Relationship Type="http://schemas.openxmlformats.org/officeDocument/2006/relationships/slide" Target="/ppt/slides/slide1.xml" Id="R33f471e41a45488a" /><Relationship Type="http://schemas.openxmlformats.org/officeDocument/2006/relationships/slide" Target="/ppt/slides/slide2.xml" Id="R8a213d8c83fe43f1" /><Relationship Type="http://schemas.openxmlformats.org/officeDocument/2006/relationships/slide" Target="/ppt/slides/slide3.xml" Id="R6a8a34b248a94889" /><Relationship Type="http://schemas.openxmlformats.org/officeDocument/2006/relationships/slide" Target="/ppt/slides/slide4.xml" Id="Rb36d0a4f506247c7" /><Relationship Type="http://schemas.openxmlformats.org/officeDocument/2006/relationships/slide" Target="/ppt/slides/slide5.xml" Id="Reae8759d8b1b4943" /><Relationship Type="http://schemas.openxmlformats.org/officeDocument/2006/relationships/slide" Target="/ppt/slides/slide6.xml" Id="R3754bca286b34a5a" /><Relationship Type="http://schemas.openxmlformats.org/officeDocument/2006/relationships/slide" Target="/ppt/slides/slide7.xml" Id="R5ae4df34dec5488a" /><Relationship Type="http://schemas.openxmlformats.org/officeDocument/2006/relationships/slide" Target="/ppt/slides/slide8.xml" Id="R201a9e2391434e20" /><Relationship Type="http://schemas.openxmlformats.org/officeDocument/2006/relationships/slide" Target="/ppt/slides/slide9.xml" Id="R4a0b347b766d47c0" /><Relationship Type="http://schemas.openxmlformats.org/officeDocument/2006/relationships/slide" Target="/ppt/slides/slide10.xml" Id="R3b5e459744094bd6" /><Relationship Type="http://schemas.openxmlformats.org/officeDocument/2006/relationships/slide" Target="/ppt/slides/slide11.xml" Id="R6824ec673e4b4270" /><Relationship Type="http://schemas.openxmlformats.org/officeDocument/2006/relationships/slide" Target="/ppt/slides/slide12.xml" Id="Rb35b42ec63234405" /><Relationship Type="http://schemas.openxmlformats.org/officeDocument/2006/relationships/slide" Target="/ppt/slides/slide13.xml" Id="Ra55d6a96272043dc" /><Relationship Type="http://schemas.openxmlformats.org/officeDocument/2006/relationships/slide" Target="/ppt/slides/slide14.xml" Id="R5327d5949b064960" /><Relationship Type="http://schemas.openxmlformats.org/officeDocument/2006/relationships/slide" Target="/ppt/slides/slide15.xml" Id="R9be8e600ac9249ca" /><Relationship Type="http://schemas.openxmlformats.org/officeDocument/2006/relationships/slide" Target="/ppt/slides/slide16.xml" Id="Rbdd0ea187c19439c" /><Relationship Type="http://schemas.openxmlformats.org/officeDocument/2006/relationships/slide" Target="/ppt/slides/slide17.xml" Id="R0929452dc04c45ec" /><Relationship Type="http://schemas.openxmlformats.org/officeDocument/2006/relationships/slide" Target="/ppt/slides/slide18.xml" Id="R2cea15aefe2c418d" /><Relationship Type="http://schemas.openxmlformats.org/officeDocument/2006/relationships/slide" Target="/ppt/slides/slide19.xml" Id="R71f435f021b244ca" /><Relationship Type="http://schemas.openxmlformats.org/officeDocument/2006/relationships/slide" Target="/ppt/slides/slide20.xml" Id="R5334e17ac6be4d32" /><Relationship Type="http://schemas.openxmlformats.org/officeDocument/2006/relationships/slide" Target="/ppt/slides/slide21.xml" Id="R2e0edae796474925" /><Relationship Type="http://schemas.openxmlformats.org/officeDocument/2006/relationships/slide" Target="/ppt/slides/slide22.xml" Id="R2445ef0e74d04835" /><Relationship Type="http://schemas.openxmlformats.org/officeDocument/2006/relationships/slide" Target="/ppt/slides/slide23.xml" Id="R47c75f765f2040ba" /><Relationship Type="http://schemas.openxmlformats.org/officeDocument/2006/relationships/slide" Target="/ppt/slides/slide24.xml" Id="Recb0a797548d4b60" /><Relationship Type="http://schemas.openxmlformats.org/officeDocument/2006/relationships/slide" Target="/ppt/slides/slide25.xml" Id="Rac7acea2154d4b59" /><Relationship Type="http://schemas.openxmlformats.org/officeDocument/2006/relationships/slide" Target="/ppt/slides/slide26.xml" Id="R19b58b6b2be345ee" /><Relationship Type="http://schemas.openxmlformats.org/officeDocument/2006/relationships/slide" Target="/ppt/slides/slide27.xml" Id="R4f327400a01c4fe8" /><Relationship Type="http://schemas.openxmlformats.org/officeDocument/2006/relationships/slide" Target="/ppt/slides/slide28.xml" Id="R6bfb4879c48849ab" /><Relationship Type="http://schemas.openxmlformats.org/officeDocument/2006/relationships/slide" Target="/ppt/slides/slide29.xml" Id="R84a1b49c179a443f" /><Relationship Type="http://schemas.openxmlformats.org/officeDocument/2006/relationships/slide" Target="/ppt/slides/slide30.xml" Id="R9c377b080aee4468" /><Relationship Type="http://schemas.openxmlformats.org/officeDocument/2006/relationships/slide" Target="/ppt/slides/slide31.xml" Id="Re70fecbe71694210" /><Relationship Type="http://schemas.openxmlformats.org/officeDocument/2006/relationships/slide" Target="/ppt/slides/slide32.xml" Id="R8806010b14454f2e" /><Relationship Type="http://schemas.openxmlformats.org/officeDocument/2006/relationships/slide" Target="/ppt/slides/slide33.xml" Id="Rf95a5a02a69b4080" /><Relationship Type="http://schemas.openxmlformats.org/officeDocument/2006/relationships/slide" Target="/ppt/slides/slide34.xml" Id="Rc6e3a070d0624d6f" /><Relationship Type="http://schemas.openxmlformats.org/officeDocument/2006/relationships/slide" Target="/ppt/slides/slide35.xml" Id="R7ec4fe41931e4e31" /><Relationship Type="http://schemas.openxmlformats.org/officeDocument/2006/relationships/slide" Target="/ppt/slides/slide36.xml" Id="R033fee9d56764931" /><Relationship Type="http://schemas.openxmlformats.org/officeDocument/2006/relationships/slide" Target="/ppt/slides/slide37.xml" Id="R1f605fb753ea467e" /><Relationship Type="http://schemas.openxmlformats.org/officeDocument/2006/relationships/slide" Target="/ppt/slides/slide38.xml" Id="R3beec51c7181436d" /><Relationship Type="http://schemas.openxmlformats.org/officeDocument/2006/relationships/slide" Target="/ppt/slides/slide39.xml" Id="Rece191fa42e343fc" /><Relationship Type="http://schemas.openxmlformats.org/officeDocument/2006/relationships/slide" Target="/ppt/slides/slide40.xml" Id="R7bbf2d580a584102" /><Relationship Type="http://schemas.openxmlformats.org/officeDocument/2006/relationships/slide" Target="/ppt/slides/slide41.xml" Id="Ra01eef4676554067" /><Relationship Type="http://schemas.openxmlformats.org/officeDocument/2006/relationships/slide" Target="/ppt/slides/slide42.xml" Id="Rf05ba9a59e6e45e0" /><Relationship Type="http://schemas.openxmlformats.org/officeDocument/2006/relationships/slide" Target="/ppt/slides/slide43.xml" Id="R083914a48332499e" /><Relationship Type="http://schemas.openxmlformats.org/officeDocument/2006/relationships/slide" Target="/ppt/slides/slide44.xml" Id="Ra2cb48197336454b" /><Relationship Type="http://schemas.openxmlformats.org/officeDocument/2006/relationships/slide" Target="/ppt/slides/slide45.xml" Id="R66dab2c8efe646f6" /><Relationship Type="http://schemas.openxmlformats.org/officeDocument/2006/relationships/slide" Target="/ppt/slides/slide46.xml" Id="Rf8cfeadf25534f30" /><Relationship Type="http://schemas.openxmlformats.org/officeDocument/2006/relationships/slide" Target="/ppt/slides/slide47.xml" Id="R1941d25b84004347" /><Relationship Type="http://schemas.openxmlformats.org/officeDocument/2006/relationships/slide" Target="/ppt/slides/slide48.xml" Id="R60cf3b2c3ee24b6c" /><Relationship Type="http://schemas.openxmlformats.org/officeDocument/2006/relationships/slide" Target="/ppt/slides/slide49.xml" Id="R867e247e6b2f453b" /><Relationship Type="http://schemas.openxmlformats.org/officeDocument/2006/relationships/slide" Target="/ppt/slides/slide50.xml" Id="R7d67b4feae83456a" /><Relationship Type="http://schemas.openxmlformats.org/officeDocument/2006/relationships/slide" Target="/ppt/slides/slide51.xml" Id="R85d0da5a73414c16" /><Relationship Type="http://schemas.openxmlformats.org/officeDocument/2006/relationships/slide" Target="/ppt/slides/slide52.xml" Id="R4e5cab524d5c4271" /><Relationship Type="http://schemas.openxmlformats.org/officeDocument/2006/relationships/slide" Target="/ppt/slides/slide53.xml" Id="R72697765771f41e1" /><Relationship Type="http://schemas.openxmlformats.org/officeDocument/2006/relationships/slide" Target="/ppt/slides/slide54.xml" Id="R17b369babfde4c84" /><Relationship Type="http://schemas.openxmlformats.org/officeDocument/2006/relationships/slide" Target="/ppt/slides/slide55.xml" Id="Rbe46d78c4ad04cc4" /><Relationship Type="http://schemas.openxmlformats.org/officeDocument/2006/relationships/slide" Target="/ppt/slides/slide56.xml" Id="R9d1c1359545c4ce0" /><Relationship Type="http://schemas.openxmlformats.org/officeDocument/2006/relationships/slide" Target="/ppt/slides/slide57.xml" Id="R1279f95bbb45424d" /><Relationship Type="http://schemas.openxmlformats.org/officeDocument/2006/relationships/slide" Target="/ppt/slides/slide58.xml" Id="Rf40555c1fbfc46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0a1fde04c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f8cf57b534433" /><Relationship Type="http://schemas.openxmlformats.org/officeDocument/2006/relationships/notesMaster" Target="/ppt/notesMasters/notesMaster1.xml" Id="Rc84d777ca1b6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ddb86190ee422a" /><Relationship Type="http://schemas.openxmlformats.org/officeDocument/2006/relationships/notesMaster" Target="/ppt/notesMasters/notesMaster1.xml" Id="R8963b0ed0c39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b907c398d147e6" /><Relationship Type="http://schemas.openxmlformats.org/officeDocument/2006/relationships/notesMaster" Target="/ppt/notesMasters/notesMaster1.xml" Id="Rbf490c1c424a4e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852543fa148f1" /><Relationship Type="http://schemas.openxmlformats.org/officeDocument/2006/relationships/notesMaster" Target="/ppt/notesMasters/notesMaster1.xml" Id="Ra48fba530952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3585d9548f449b" /><Relationship Type="http://schemas.openxmlformats.org/officeDocument/2006/relationships/notesMaster" Target="/ppt/notesMasters/notesMaster1.xml" Id="R809f85f0f55b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c7ae6829d416a" /><Relationship Type="http://schemas.openxmlformats.org/officeDocument/2006/relationships/notesMaster" Target="/ppt/notesMasters/notesMaster1.xml" Id="Rd848859257b840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7b32ecd0014921" /><Relationship Type="http://schemas.openxmlformats.org/officeDocument/2006/relationships/notesMaster" Target="/ppt/notesMasters/notesMaster1.xml" Id="R85d6bf55c7e9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8dcd0688844db8" /><Relationship Type="http://schemas.openxmlformats.org/officeDocument/2006/relationships/notesMaster" Target="/ppt/notesMasters/notesMaster1.xml" Id="R50b0a04654ca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b3bf8648ff4484" /><Relationship Type="http://schemas.openxmlformats.org/officeDocument/2006/relationships/notesMaster" Target="/ppt/notesMasters/notesMaster1.xml" Id="R35ab07b793e844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96462e0da74668" /><Relationship Type="http://schemas.openxmlformats.org/officeDocument/2006/relationships/notesMaster" Target="/ppt/notesMasters/notesMaster1.xml" Id="Rddc6c037b51049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fb636cd4b54caf" /><Relationship Type="http://schemas.openxmlformats.org/officeDocument/2006/relationships/notesMaster" Target="/ppt/notesMasters/notesMaster1.xml" Id="Ra9bb4013984447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d06363706c4b23" /><Relationship Type="http://schemas.openxmlformats.org/officeDocument/2006/relationships/notesMaster" Target="/ppt/notesMasters/notesMaster1.xml" Id="R9537807515484c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39d90bfb9c455c" /><Relationship Type="http://schemas.openxmlformats.org/officeDocument/2006/relationships/notesMaster" Target="/ppt/notesMasters/notesMaster1.xml" Id="R416150fa32184f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9c1177ed4148fe" /><Relationship Type="http://schemas.openxmlformats.org/officeDocument/2006/relationships/notesMaster" Target="/ppt/notesMasters/notesMaster1.xml" Id="R6c534dc6ef2846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ea73b34b164796" /><Relationship Type="http://schemas.openxmlformats.org/officeDocument/2006/relationships/notesMaster" Target="/ppt/notesMasters/notesMaster1.xml" Id="R45fe22fbb96a4f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d5a47f8e034e99" /><Relationship Type="http://schemas.openxmlformats.org/officeDocument/2006/relationships/notesMaster" Target="/ppt/notesMasters/notesMaster1.xml" Id="R8840bf90d08846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d97cb4d09e4ecc" /><Relationship Type="http://schemas.openxmlformats.org/officeDocument/2006/relationships/notesMaster" Target="/ppt/notesMasters/notesMaster1.xml" Id="Rb8b370a9812140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126ebab39b4949" /><Relationship Type="http://schemas.openxmlformats.org/officeDocument/2006/relationships/notesMaster" Target="/ppt/notesMasters/notesMaster1.xml" Id="R8af6485b6c904e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c5651537024653" /><Relationship Type="http://schemas.openxmlformats.org/officeDocument/2006/relationships/notesMaster" Target="/ppt/notesMasters/notesMaster1.xml" Id="R9a36b6e4fc8f42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0c2473fbd94e9b" /><Relationship Type="http://schemas.openxmlformats.org/officeDocument/2006/relationships/notesMaster" Target="/ppt/notesMasters/notesMaster1.xml" Id="Rc7481ba76a4240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07286a95404b4f" /><Relationship Type="http://schemas.openxmlformats.org/officeDocument/2006/relationships/notesMaster" Target="/ppt/notesMasters/notesMaster1.xml" Id="Rdbccf04a2bfa42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ff28444d6149f4" /><Relationship Type="http://schemas.openxmlformats.org/officeDocument/2006/relationships/notesMaster" Target="/ppt/notesMasters/notesMaster1.xml" Id="R7bf93699832b41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5d3a9190584bd1" /><Relationship Type="http://schemas.openxmlformats.org/officeDocument/2006/relationships/notesMaster" Target="/ppt/notesMasters/notesMaster1.xml" Id="R05310cec12884f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00b338ae3e4cbf" /><Relationship Type="http://schemas.openxmlformats.org/officeDocument/2006/relationships/notesMaster" Target="/ppt/notesMasters/notesMaster1.xml" Id="R2686572f6d574f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61f7871f75422b" /><Relationship Type="http://schemas.openxmlformats.org/officeDocument/2006/relationships/notesMaster" Target="/ppt/notesMasters/notesMaster1.xml" Id="R27538976912740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ead8e66c764338" /><Relationship Type="http://schemas.openxmlformats.org/officeDocument/2006/relationships/notesMaster" Target="/ppt/notesMasters/notesMaster1.xml" Id="Rc7ae46f03c5843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09beb0bdeb4b8d" /><Relationship Type="http://schemas.openxmlformats.org/officeDocument/2006/relationships/notesMaster" Target="/ppt/notesMasters/notesMaster1.xml" Id="R9b1f80413ff840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2c0a9f5b4104891" /><Relationship Type="http://schemas.openxmlformats.org/officeDocument/2006/relationships/notesMaster" Target="/ppt/notesMasters/notesMaster1.xml" Id="R5b1944fae5294a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e5c3d7ce144a13" /><Relationship Type="http://schemas.openxmlformats.org/officeDocument/2006/relationships/notesMaster" Target="/ppt/notesMasters/notesMaster1.xml" Id="R8c30e9dc8d914c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a76dd74c5e47b6" /><Relationship Type="http://schemas.openxmlformats.org/officeDocument/2006/relationships/notesMaster" Target="/ppt/notesMasters/notesMaster1.xml" Id="R6aa305d0e8cb442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0cc5d301c5844e8" /><Relationship Type="http://schemas.openxmlformats.org/officeDocument/2006/relationships/notesMaster" Target="/ppt/notesMasters/notesMaster1.xml" Id="R724727985b2341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49d0e163e4141e2" /><Relationship Type="http://schemas.openxmlformats.org/officeDocument/2006/relationships/notesMaster" Target="/ppt/notesMasters/notesMaster1.xml" Id="R716e88758ecf43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3d5766d2934b86" /><Relationship Type="http://schemas.openxmlformats.org/officeDocument/2006/relationships/notesMaster" Target="/ppt/notesMasters/notesMaster1.xml" Id="R1cdf07d0911143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c70e9641b0f4d04" /><Relationship Type="http://schemas.openxmlformats.org/officeDocument/2006/relationships/notesMaster" Target="/ppt/notesMasters/notesMaster1.xml" Id="R559f7f18b686434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326cb9c2f64631" /><Relationship Type="http://schemas.openxmlformats.org/officeDocument/2006/relationships/notesMaster" Target="/ppt/notesMasters/notesMaster1.xml" Id="Ra6675a05f34548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4f8013085f14c2a" /><Relationship Type="http://schemas.openxmlformats.org/officeDocument/2006/relationships/notesMaster" Target="/ppt/notesMasters/notesMaster1.xml" Id="R50eb170c6190410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8a19ac2427544cb" /><Relationship Type="http://schemas.openxmlformats.org/officeDocument/2006/relationships/notesMaster" Target="/ppt/notesMasters/notesMaster1.xml" Id="R356d63de491a452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ddc30af4da640f0" /><Relationship Type="http://schemas.openxmlformats.org/officeDocument/2006/relationships/notesMaster" Target="/ppt/notesMasters/notesMaster1.xml" Id="R4c28ceff4a3847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b5b244f42f4fb9" /><Relationship Type="http://schemas.openxmlformats.org/officeDocument/2006/relationships/notesMaster" Target="/ppt/notesMasters/notesMaster1.xml" Id="R7ee17f33a9ff4c0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47c6585b8b4b58" /><Relationship Type="http://schemas.openxmlformats.org/officeDocument/2006/relationships/notesMaster" Target="/ppt/notesMasters/notesMaster1.xml" Id="Rf5afe15eb0e8422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defdccbcf14437a" /><Relationship Type="http://schemas.openxmlformats.org/officeDocument/2006/relationships/notesMaster" Target="/ppt/notesMasters/notesMaster1.xml" Id="R993b350c19fe47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5e62bb628d44d3" /><Relationship Type="http://schemas.openxmlformats.org/officeDocument/2006/relationships/notesMaster" Target="/ppt/notesMasters/notesMaster1.xml" Id="Rea5a289ad4fc43a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0f11c1f8f024f2f" /><Relationship Type="http://schemas.openxmlformats.org/officeDocument/2006/relationships/notesMaster" Target="/ppt/notesMasters/notesMaster1.xml" Id="Rf4a074e0382345b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327a2ba4c054f7c" /><Relationship Type="http://schemas.openxmlformats.org/officeDocument/2006/relationships/notesMaster" Target="/ppt/notesMasters/notesMaster1.xml" Id="Rad345ff2e3824db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65e50134dda4693" /><Relationship Type="http://schemas.openxmlformats.org/officeDocument/2006/relationships/notesMaster" Target="/ppt/notesMasters/notesMaster1.xml" Id="Rb58ab1742da1429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2ae756569384863" /><Relationship Type="http://schemas.openxmlformats.org/officeDocument/2006/relationships/notesMaster" Target="/ppt/notesMasters/notesMaster1.xml" Id="R894b25d00c8541d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6f3b67c30b046aa" /><Relationship Type="http://schemas.openxmlformats.org/officeDocument/2006/relationships/notesMaster" Target="/ppt/notesMasters/notesMaster1.xml" Id="R508bcce40cdd433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03db3dd77744211" /><Relationship Type="http://schemas.openxmlformats.org/officeDocument/2006/relationships/notesMaster" Target="/ppt/notesMasters/notesMaster1.xml" Id="Rbaff0f26b2134e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551b2917d004638" /><Relationship Type="http://schemas.openxmlformats.org/officeDocument/2006/relationships/notesMaster" Target="/ppt/notesMasters/notesMaster1.xml" Id="R877696034f7a469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3b2e4e838594c4b" /><Relationship Type="http://schemas.openxmlformats.org/officeDocument/2006/relationships/notesMaster" Target="/ppt/notesMasters/notesMaster1.xml" Id="Rc478ea8e334349c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3dbea81a0a44611" /><Relationship Type="http://schemas.openxmlformats.org/officeDocument/2006/relationships/notesMaster" Target="/ppt/notesMasters/notesMaster1.xml" Id="Rb91ae3cfa4424e5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e2f37e804a04f4a" /><Relationship Type="http://schemas.openxmlformats.org/officeDocument/2006/relationships/notesMaster" Target="/ppt/notesMasters/notesMaster1.xml" Id="R4e06881abc574af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4c340527422405a" /><Relationship Type="http://schemas.openxmlformats.org/officeDocument/2006/relationships/notesMaster" Target="/ppt/notesMasters/notesMaster1.xml" Id="R12aa9deb3ac0485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b371765e3704a31" /><Relationship Type="http://schemas.openxmlformats.org/officeDocument/2006/relationships/notesMaster" Target="/ppt/notesMasters/notesMaster1.xml" Id="R5fa9d89a90fe413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0776a0167844cb4" /><Relationship Type="http://schemas.openxmlformats.org/officeDocument/2006/relationships/notesMaster" Target="/ppt/notesMasters/notesMaster1.xml" Id="R677fae0a9a1f4bb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d4e97782f364bb5" /><Relationship Type="http://schemas.openxmlformats.org/officeDocument/2006/relationships/notesMaster" Target="/ppt/notesMasters/notesMaster1.xml" Id="Rf1c061e58cc943f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d9e6b8eea75427b" /><Relationship Type="http://schemas.openxmlformats.org/officeDocument/2006/relationships/notesMaster" Target="/ppt/notesMasters/notesMaster1.xml" Id="R9305c40a2baf4e2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f8aba7756dd4ff6" /><Relationship Type="http://schemas.openxmlformats.org/officeDocument/2006/relationships/notesMaster" Target="/ppt/notesMasters/notesMaster1.xml" Id="R0b6af7ccecce4b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objetivo público do RLCD; procedimento de treino não descrito em detalhe.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calibração é uma propriedade estatística avaliada em muitos casos.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documentação TypeSafe para a alegação; métricas e desenho de avaliação propostos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https://docs.typesafe.ai/introduction/machine-learning-primer ; https://github.com/NandhaKishorM/laya ; https://huggingface.co/SupersonicLabs/Julia-1 ; https://github.com/Contrastive-LM/CLM . Comparações de latência publicadas em hardware diferente não são ranking direto.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Documento original: https://docs.google.com/document/d/1G61uUB0FifUnmmrPzFQojZ3KpczYKmXGpgEXDJ2l_Zg/edit . O Google Doc exporta como PDF de 12 páginas. Diogo compartilhou o Google Doc em https://x.com/CompleteSkeptic/status/2101894250401271876 . O post de N01ennn fala em PDF de 11 páginas; a autoria da síntese não foi verificada. A imagem é do documento público, não do PDF do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traz uma conta ilustrativa sobre roteamento e reprocessamento do contexto. Não usar a conta como benchmark medido. KV cache armazena representações de prefixos já processados; trocar de modelo não compartilha automaticamente esse cache. Fonte: Google Doc público, seção Thing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propõe Noul por bloco e, futuramente, Score para níveis de detalhe. Também propõe instruções condicionais e descoberta progressiva de ferramentas. São ideias, não sistema entregue. Fonte: Google Doc público, seções Meta-attention, First-principled version of Skills/MCP/Tool calling, Conditional system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nas seções Permissions/Approval, MCP/Tool calling, Meta-attention e Routing + Sub-agents do Google Doc público. Jev não recebe autoridade irrestrita; o harness deve validar decisões e efeitos. O post de N01ennn é um resumo secundário: https://x.com/N01ennn/status/2103818303642689696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primeira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segunda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real: tools/jev_local_proxy.py, função request_payload.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Perguntas de discussão baseadas no corpus sintético de 60 falas e no erro CANCEL → CONFIRM. Calibração: comparar probabilidades com frequências em muitos casos semelhantes. Adoção permanece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d00106271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f383fa33644c2" /><Relationship Type="http://schemas.openxmlformats.org/officeDocument/2006/relationships/slideLayout" Target="/ppt/slideLayouts/slideLayout1.xml" Id="Rd074275df1eb4c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4275df1eb4c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c12f207d84794" /><Relationship Type="http://schemas.openxmlformats.org/officeDocument/2006/relationships/notesSlide" Target="/ppt/notesSlides/notesSlide1.xml" Id="R1ff223451081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9a681e7734752" /><Relationship Type="http://schemas.openxmlformats.org/officeDocument/2006/relationships/notesSlide" Target="/ppt/notesSlides/notesSlide2.xml" Id="Rf900ea5310424a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c672ec3124adc" /><Relationship Type="http://schemas.openxmlformats.org/officeDocument/2006/relationships/notesSlide" Target="/ppt/notesSlides/notesSlide3.xml" Id="R5c0076c48216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8ecefd3124e9b" /><Relationship Type="http://schemas.openxmlformats.org/officeDocument/2006/relationships/notesSlide" Target="/ppt/notesSlides/notesSlide4.xml" Id="Rf1c3918543b3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fb7a35107446b" /><Relationship Type="http://schemas.openxmlformats.org/officeDocument/2006/relationships/notesSlide" Target="/ppt/notesSlides/notesSlide5.xml" Id="R693d8824532646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1acc3e60341ea" /><Relationship Type="http://schemas.openxmlformats.org/officeDocument/2006/relationships/notesSlide" Target="/ppt/notesSlides/notesSlide6.xml" Id="R7724756ee26a40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20a618a094b00" /><Relationship Type="http://schemas.openxmlformats.org/officeDocument/2006/relationships/notesSlide" Target="/ppt/notesSlides/notesSlide7.xml" Id="R4c66a1512450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f7468b45f45b0" /><Relationship Type="http://schemas.openxmlformats.org/officeDocument/2006/relationships/notesSlide" Target="/ppt/notesSlides/notesSlide8.xml" Id="R7a872a0a72ec44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6aac99d04cc6" /><Relationship Type="http://schemas.openxmlformats.org/officeDocument/2006/relationships/notesSlide" Target="/ppt/notesSlides/notesSlide9.xml" Id="Rbfcfd82365b54e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cb01f475c4bc8" /><Relationship Type="http://schemas.openxmlformats.org/officeDocument/2006/relationships/notesSlide" Target="/ppt/notesSlides/notesSlide10.xml" Id="R6126b10ad8c9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ad53dbf44a51" /><Relationship Type="http://schemas.openxmlformats.org/officeDocument/2006/relationships/notesSlide" Target="/ppt/notesSlides/notesSlide11.xml" Id="R3497eeafe6dc43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e3a8cb2b44d17" /><Relationship Type="http://schemas.openxmlformats.org/officeDocument/2006/relationships/notesSlide" Target="/ppt/notesSlides/notesSlide12.xml" Id="R9c72106baeae4b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ce16ccd5841f4" /><Relationship Type="http://schemas.openxmlformats.org/officeDocument/2006/relationships/image" Target="/ppt/media/image.png" Id="R204b62d5dc294bf0" /><Relationship Type="http://schemas.openxmlformats.org/officeDocument/2006/relationships/notesSlide" Target="/ppt/notesSlides/notesSlide13.xml" Id="R7a43017142a148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1a600c12c4004" /><Relationship Type="http://schemas.openxmlformats.org/officeDocument/2006/relationships/notesSlide" Target="/ppt/notesSlides/notesSlide14.xml" Id="Rd3d612d00a9e46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ec6c2b0f543bf" /><Relationship Type="http://schemas.openxmlformats.org/officeDocument/2006/relationships/notesSlide" Target="/ppt/notesSlides/notesSlide15.xml" Id="R17b68bcc4da94c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89f6cc71043ab" /><Relationship Type="http://schemas.openxmlformats.org/officeDocument/2006/relationships/notesSlide" Target="/ppt/notesSlides/notesSlide16.xml" Id="Rc6079ffe82244b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3645790f540b2" /><Relationship Type="http://schemas.openxmlformats.org/officeDocument/2006/relationships/notesSlide" Target="/ppt/notesSlides/notesSlide17.xml" Id="R9c1959ec80be4a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47bf088547cb" /><Relationship Type="http://schemas.openxmlformats.org/officeDocument/2006/relationships/notesSlide" Target="/ppt/notesSlides/notesSlide18.xml" Id="Rdc957df1f72b49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786c8dfd74ed2" /><Relationship Type="http://schemas.openxmlformats.org/officeDocument/2006/relationships/notesSlide" Target="/ppt/notesSlides/notesSlide19.xml" Id="R97a0e491a9c04d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d666db27d4156" /><Relationship Type="http://schemas.openxmlformats.org/officeDocument/2006/relationships/notesSlide" Target="/ppt/notesSlides/notesSlide20.xml" Id="Rd57a2e5aea3541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807090f684570" /><Relationship Type="http://schemas.openxmlformats.org/officeDocument/2006/relationships/notesSlide" Target="/ppt/notesSlides/notesSlide21.xml" Id="R4655b3d6dd484e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8df85429c4235" /><Relationship Type="http://schemas.openxmlformats.org/officeDocument/2006/relationships/notesSlide" Target="/ppt/notesSlides/notesSlide22.xml" Id="Rad7453b146534a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827f448f344ee" /><Relationship Type="http://schemas.openxmlformats.org/officeDocument/2006/relationships/notesSlide" Target="/ppt/notesSlides/notesSlide23.xml" Id="Rc5d10d93fbc44e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139dc0bf24c0a" /><Relationship Type="http://schemas.openxmlformats.org/officeDocument/2006/relationships/notesSlide" Target="/ppt/notesSlides/notesSlide24.xml" Id="R1cd1272c65904f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1f33452a54bdf" /><Relationship Type="http://schemas.openxmlformats.org/officeDocument/2006/relationships/notesSlide" Target="/ppt/notesSlides/notesSlide25.xml" Id="Rce5de00a193d4f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a2a474cc640b0" /><Relationship Type="http://schemas.openxmlformats.org/officeDocument/2006/relationships/notesSlide" Target="/ppt/notesSlides/notesSlide26.xml" Id="Rf7806bee524347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9b9206f44ef5" /><Relationship Type="http://schemas.openxmlformats.org/officeDocument/2006/relationships/notesSlide" Target="/ppt/notesSlides/notesSlide27.xml" Id="R8467fabf4e564e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062e76b9d4278" /><Relationship Type="http://schemas.openxmlformats.org/officeDocument/2006/relationships/notesSlide" Target="/ppt/notesSlides/notesSlide28.xml" Id="Rc4358cc15bc344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3dc5f890541fe" /><Relationship Type="http://schemas.openxmlformats.org/officeDocument/2006/relationships/notesSlide" Target="/ppt/notesSlides/notesSlide29.xml" Id="Rc9e6574a56be45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61c81f2794ce8" /><Relationship Type="http://schemas.openxmlformats.org/officeDocument/2006/relationships/notesSlide" Target="/ppt/notesSlides/notesSlide30.xml" Id="Rccace2378f8947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162136ef4a0c" /><Relationship Type="http://schemas.openxmlformats.org/officeDocument/2006/relationships/notesSlide" Target="/ppt/notesSlides/notesSlide31.xml" Id="R35586ca45fe54e2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aca4d845345da" /><Relationship Type="http://schemas.openxmlformats.org/officeDocument/2006/relationships/notesSlide" Target="/ppt/notesSlides/notesSlide32.xml" Id="R65c52c0c056343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cfe0911f94dbe" /><Relationship Type="http://schemas.openxmlformats.org/officeDocument/2006/relationships/notesSlide" Target="/ppt/notesSlides/notesSlide33.xml" Id="Ra06b4d3210cc414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9b81bce994251" /><Relationship Type="http://schemas.openxmlformats.org/officeDocument/2006/relationships/notesSlide" Target="/ppt/notesSlides/notesSlide34.xml" Id="Rbceb2074026044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efc4c6db24a9e" /><Relationship Type="http://schemas.openxmlformats.org/officeDocument/2006/relationships/notesSlide" Target="/ppt/notesSlides/notesSlide35.xml" Id="Rf4195314e32e4e4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78a3e6245419e" /><Relationship Type="http://schemas.openxmlformats.org/officeDocument/2006/relationships/notesSlide" Target="/ppt/notesSlides/notesSlide36.xml" Id="R84d479b7854343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6fa1620254a1b" /><Relationship Type="http://schemas.openxmlformats.org/officeDocument/2006/relationships/image" Target="/ppt/media/image2.png" Id="R32b8b20adb1e434d" /><Relationship Type="http://schemas.openxmlformats.org/officeDocument/2006/relationships/notesSlide" Target="/ppt/notesSlides/notesSlide37.xml" Id="R23853c0e411b497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c49f82c254135" /><Relationship Type="http://schemas.openxmlformats.org/officeDocument/2006/relationships/notesSlide" Target="/ppt/notesSlides/notesSlide38.xml" Id="Rf5804e051b554f2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ee922f6ff44c8" /><Relationship Type="http://schemas.openxmlformats.org/officeDocument/2006/relationships/notesSlide" Target="/ppt/notesSlides/notesSlide39.xml" Id="Rd34bca7ff4974d8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66bf095834c2d" /><Relationship Type="http://schemas.openxmlformats.org/officeDocument/2006/relationships/notesSlide" Target="/ppt/notesSlides/notesSlide40.xml" Id="Rac71983502804d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41bd6d3214bc9" /><Relationship Type="http://schemas.openxmlformats.org/officeDocument/2006/relationships/notesSlide" Target="/ppt/notesSlides/notesSlide41.xml" Id="R4849377cdc1d4ef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a1a5e844b4a4f" /><Relationship Type="http://schemas.openxmlformats.org/officeDocument/2006/relationships/notesSlide" Target="/ppt/notesSlides/notesSlide42.xml" Id="R8305b9ce3c81435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deef0d51d4957" /><Relationship Type="http://schemas.openxmlformats.org/officeDocument/2006/relationships/notesSlide" Target="/ppt/notesSlides/notesSlide43.xml" Id="Rb57fb66e43a8412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3221ec22e48e4" /><Relationship Type="http://schemas.openxmlformats.org/officeDocument/2006/relationships/notesSlide" Target="/ppt/notesSlides/notesSlide44.xml" Id="Rd0d33874e91c454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f14667cc54c85" /><Relationship Type="http://schemas.openxmlformats.org/officeDocument/2006/relationships/notesSlide" Target="/ppt/notesSlides/notesSlide45.xml" Id="R9cc05212e62e4bd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7bffff7ba4291" /><Relationship Type="http://schemas.openxmlformats.org/officeDocument/2006/relationships/notesSlide" Target="/ppt/notesSlides/notesSlide46.xml" Id="R4f749e81f84940f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6a5372be54bb1" /><Relationship Type="http://schemas.openxmlformats.org/officeDocument/2006/relationships/notesSlide" Target="/ppt/notesSlides/notesSlide47.xml" Id="R3d62248b6ad54d9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995add66b4bb4" /><Relationship Type="http://schemas.openxmlformats.org/officeDocument/2006/relationships/notesSlide" Target="/ppt/notesSlides/notesSlide48.xml" Id="Rca7c50003512410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d8174a59e451e" /><Relationship Type="http://schemas.openxmlformats.org/officeDocument/2006/relationships/notesSlide" Target="/ppt/notesSlides/notesSlide49.xml" Id="R54aa8ccbf7f2492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a10ea80334462" /><Relationship Type="http://schemas.openxmlformats.org/officeDocument/2006/relationships/notesSlide" Target="/ppt/notesSlides/notesSlide50.xml" Id="R1cc6db77dc4740f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e5de3fd8144cc" /><Relationship Type="http://schemas.openxmlformats.org/officeDocument/2006/relationships/notesSlide" Target="/ppt/notesSlides/notesSlide51.xml" Id="R8729c310a4a24c8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25a6bc890450f" /><Relationship Type="http://schemas.openxmlformats.org/officeDocument/2006/relationships/notesSlide" Target="/ppt/notesSlides/notesSlide52.xml" Id="R073f1cc92c2b465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3b59512af41ac" /><Relationship Type="http://schemas.openxmlformats.org/officeDocument/2006/relationships/notesSlide" Target="/ppt/notesSlides/notesSlide53.xml" Id="Rf79ab12a032c43f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4f55e91a40de" /><Relationship Type="http://schemas.openxmlformats.org/officeDocument/2006/relationships/notesSlide" Target="/ppt/notesSlides/notesSlide54.xml" Id="R56d99a3568ce426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28a8d709148fb" /><Relationship Type="http://schemas.openxmlformats.org/officeDocument/2006/relationships/notesSlide" Target="/ppt/notesSlides/notesSlide55.xml" Id="R0e4d3e2cc9a146e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d0147db3b4eaa" /><Relationship Type="http://schemas.openxmlformats.org/officeDocument/2006/relationships/notesSlide" Target="/ppt/notesSlides/notesSlide56.xml" Id="Raa967b9fb5b7462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97913f4f42c1" /><Relationship Type="http://schemas.openxmlformats.org/officeDocument/2006/relationships/notesSlide" Target="/ppt/notesSlides/notesSlide57.xml" Id="R46c2ac33e2ef435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abe97d3944c9" /><Relationship Type="http://schemas.openxmlformats.org/officeDocument/2006/relationships/notesSlide" Target="/ppt/notesSlides/notesSlide58.xml" Id="R4b7f13f088e149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A88F-A3E6-4F5B-AE19-2A4E9E5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7D77-D060-4381-A9BA-00BBE13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B8E-0313-4199-8650-16ED369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14A-97DE-4734-BB84-AFD98F0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510A-EFCF-481E-8FDB-3BDD1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17CB-4553-488C-A623-684469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87-4129-4DF5-9BE9-F621ED6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DD73-FDE9-4DDC-82B5-E6D966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D780-0C15-41CF-89FF-1A889F4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54349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é Jev?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Modelo de decisão da TypeSafe: recebe estado e perguntas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Responde com escolha, probabilidade binária ou nota em escala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define opções, valida a resposta e decide a consequência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Útil quando a entrada é ambígua e a saída precisa ser pequena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FA78-D2BE-4168-B7AE-3DE5275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1DA5-3040-4D80-BAC1-749B9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2986-1830-428F-8D5B-91CD399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70B8-EE69-45CC-9D8E-C548AF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a ideia por trás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0B54-8CAA-4699-876B-F840CCE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B89F-F41D-49C0-9377-5607F6C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69EA-FC74-4E64-8E94-934044E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FD83-F2A4-44A9-B68D-AAE4D5E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198A-B378-435E-AC2F-551FA7A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modelos de decisão rápida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FB11-A740-4406-982B-10AAF2F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59AB-CAF0-421F-B871-57180EE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“Sistema 1” de Kahneman; não descreve um cérebro artificial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FDBA-95D6-4665-AA8A-970A811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4764A-75BE-444A-8867-5309448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o primeiro modelo público dessa família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37F-2432-44A5-8046-BCE218B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2964-7218-42A4-ADCC-9B5F6A5A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69820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C723A-EECA-4A87-A5DA-2878E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8DFC-CFA4-4880-917D-7770F34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70E6-4A89-4BA7-8CA8-E91050A6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C03B-A0FC-4CCB-8C62-0C14A7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8483-7C65-4044-B00C-3E32351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B0D0-D141-40AD-A109-8DCD34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3149-CC37-415B-9CB1-F9F2035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1612-320B-4A1B-A038-CF54FC8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D11-B7AA-4EB2-BB0B-3E62F4F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A898-D0F2-40C0-8E0B-38AEC4F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94450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6502-155D-4C01-830B-EBCDF8F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AE10-33F2-4F0D-9FD9-49E77D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E059-BFE2-4AA2-916A-41F329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1762-86DE-4045-AD0A-009AD23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99D8-FB1E-423B-B1D4-528A97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D2A-8F84-4045-89C2-208C892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EC11-3CBE-4E18-A411-F6D753C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5225-5468-4994-9000-A9A911D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1993-47D3-4210-9DD8-83B05A9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C392-22A0-4013-B1E1-3074606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CCC5-E9C7-457E-93C8-46D6B74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4512-90EE-43AF-A749-BD00FAF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695705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Choice: escolher uma opção de um catálogo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“Para qual equipe encaminhar esta mensagem?”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TÉCNICO · FINANCEIRO · COMERCIAL · HUMANO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choice + probabilities por opção +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“outro/revisão” se o catálogo não cobre todos os casos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Noul: responder uma pergunta sim/não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“A pessoa está pedindo atendimento humano?”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noul = P(sim), um número entre 0 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Perto de 0,5: caso incerto; o limiar fica no 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não retorna um campo confidence separado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Score: avaliar níveis ordenados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“Qual é a gravidade deste bug?”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cosmético → recurso afetado → bloqueante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score pode cair entre níveis; há probabilidades por nível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Score mede posição na escala descrita, não P(sim)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C219-C7D3-4C02-93C8-E8EDA6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F80C-C3C4-43D8-B622-FB2DAC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5FDB-07A6-4B20-A607-6D280BC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CAE2-A2A7-40D3-AD0B-12C4516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AC33-0D2A-4C95-9904-DB6CD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2918-8FAD-4CA2-96BC-06491D3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6105-8AB5-497D-A774-8618D74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3B8E-1133-41BD-B812-C5D382C4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BB44-5814-4755-B54B-6B12A8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79136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F4773-3214-4E15-8080-CB93859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F535-9EF4-49B9-B453-4154A8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4582-694B-416B-AEA3-4256F14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FFBB-26DD-4DDD-87CE-E5CB21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01FF-9E29-49A7-8D5C-09FC3F5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AB4F-374C-4237-894F-4ED1E44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E812-881A-456C-855B-40E537E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F9A6-230A-4DB8-B48F-A17BF71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38B6-F468-47D1-B870-7915890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CBE-9CE4-4A0F-8A5A-3DC04DD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7DEC-032B-456D-BEB8-2AD0F6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35FD-2D4D-4CD6-BC71-71FBE8E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C83E-1B97-4F28-A16A-2171596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705730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A8A2-9A75-4454-81CF-6C74932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4CFB-4712-44C1-891D-5033131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C09C-D4A3-49B9-905E-33F848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3374-B999-41D5-A1B2-57183DD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CCC5-A082-4930-AB3F-1108F7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5DA2-7E9D-4CFC-A2D9-4711CF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B677-BB1A-404B-9DC9-433DC8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41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6B48-3913-434B-A215-541C8BB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6D64-4405-4762-87D2-780D2DA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E1F8-EFA4-480A-A738-AF972D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F648-70F7-43A6-89A0-0349F9B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9A43-BD7C-4742-88C1-26CE7F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BF58-7EC1-4C1E-A0EA-6EE02A3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CE2E-9312-4B53-9737-0E04F8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b62d5dc294bf0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8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9DE6-A560-4C15-9A5F-F4D5A1C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BE0E-DD68-4341-8AFD-630BB47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228-D050-4AD9-910A-FF9653D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A897-EF37-4AFD-B964-DFE5DBF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0D81-FF9D-4795-A737-EAA727A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1B99-EA42-4BA8-919C-CAEB9C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7EF7-8CCB-40AA-BDC2-8F7D771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B6F7-8276-4606-A2F3-0AFF642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0B4F-D486-4E5A-88B9-3F5DF3B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481-EBF0-40FD-812E-19F81B0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08640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41BB-8F38-4941-A5C0-A2718DD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C2DE-AB54-4E28-8FB9-47D9BB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6B39-C007-4F4F-B0D7-5C2885E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E68F-0F16-4C9B-A707-804FD17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E83E-4F44-4967-897E-7342E7B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6F6-00DB-4EFE-AEF1-8B00547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E39-AC1B-4B41-A236-4B78253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5876-FE1F-4C00-B120-EB98550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2993-8C9D-4103-8572-53BC39D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29039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D79B-5740-46E4-B1C9-282873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C64D-E2D7-440A-956A-5A27561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C965-343B-4E39-B3E4-3C21E70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2B5B-C34A-4AEA-89BF-08A77E9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POST /v1/systemone · requisição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D369C-3005-4989-A90C-FD40D9D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6720-9443-48A3-87D6-E2B8C6D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A8B9-9F23-4E50-A250-94EF770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3861-D85E-4714-BD15-77B9F0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B4DAE-CFA3-4EA2-9323-D4666FF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POST /v1/systemone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"state": "Cobrança duplicada",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"model": "jev-1.13.0",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"questions": {"departamento":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"instructions": "Qual equipe atende?",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"criteria":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"FINANCEIRO": "Cobrança ou fatura",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"TECNICO": "Erro de integração"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}}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82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RL: aprender com recompensa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recebida do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Exemplos: jogo, controle robótico e navegação simulada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A13A-6813-4A14-8D77-498C74A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F7D2-86DE-45A1-A74E-2F1D8F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FC71-9656-49D9-BA1F-3BDB6D0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B98A-F36A-4D52-A3F0-2C23BF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RLHF: aprender com preferência humana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3B01A-8DBD-4380-ADC7-B96F482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1BDA-AE02-47C5-8181-5A3AA61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EA6C-5658-4AC2-A73B-2C071E7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D12C0-D5A0-4D28-BC63-027837E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9CCF0-3CA8-4A29-B197-EBBD39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 para uma mesma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FA66-C8B0-4819-B040-30ADF04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3583C-D735-4FB6-BA22-88447AA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pessoas comparam quais respostas preferem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606D-F74B-4BA4-887F-F0A7BA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4772-583D-4315-911D-5B9F6D4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bem avaliadas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69E8-F5D1-46C5-8962-23560B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C2E0-2E6D-4805-A97A-F893778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chat models: ChatGPT, Claude, Grok, DeepSeek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553A-1A83-45EF-8AEB-0E8405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61C1-4F52-4C49-9E71-0EA04A1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garante probabilidade calibrada</a:t>
            </a:r>
          </a:p>
        </p:txBody>
      </p:sp>
    </p:spTree>
    <p:extLst>
      <p:ext uri="{BB962C8B-B14F-4D97-AF65-F5344CB8AC3E}">
        <p14:creationId xmlns:p14="http://schemas.microsoft.com/office/powerpoint/2010/main" val="602112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03DE-9F09-438B-8106-7715103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FA62-32F6-43E6-B6FB-A2B742A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7D27-B205-4E33-B7F5-B1024A0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BA42-1D1F-4B33-A737-264ED79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RLVR: aprender com verificação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A8-802E-4674-90B4-A50ECA5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C84D-7FD9-4173-BA29-B58E2D0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5716-39B0-408C-A704-4EBEE4E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1236-7EF1-4AAE-8AC8-12AD1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98A6-41FF-4204-8E6B-FF5B62E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BC60-527B-4C15-8216-D7DE612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3E8-E960-4BCF-B716-7B07730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 de código, gabarito matemático ou prova 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C724-1307-4BFA-8093-D410BD1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39DC-7B59-40B7-8D92-626085E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8CF8-1B9F-4619-8C4B-48DCE02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FD54-FEF7-45EF-A035-0CCF70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reasoning models: o1, o3 (matemática/código)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D00F-611D-41CF-A4C1-8CE4E56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528F-29EE-4538-8DFC-560D042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no verificador não garante calibração</a:t>
            </a:r>
          </a:p>
        </p:txBody>
      </p:sp>
    </p:spTree>
    <p:extLst>
      <p:ext uri="{BB962C8B-B14F-4D97-AF65-F5344CB8AC3E}">
        <p14:creationId xmlns:p14="http://schemas.microsoft.com/office/powerpoint/2010/main" val="19517625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F525-A654-4D51-BE58-A918EC0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6114-C35E-47F2-A8E6-E9D628E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DFA7-5C58-4051-A60D-5F00AF7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3949-12DC-4A58-AC02-A495344E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decisões e probabilidades calibradas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E0E2-0744-4B55-946F-27841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C995-B89B-4C63-BAA1-304336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D85-DBF5-40ED-82D0-9A07E7A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347A-4078-4ADE-9FE5-517D514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A57E-ECDC-4F5D-B855-205E0F6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estado, pergunta e saídas bem definidas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0E9-FAAD-41D4-BD35-80061D8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376F-7787-498B-82B3-96D13B8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 visado: qualidade da decisão e da probabilidade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2F1E-C797-4266-8FF5-BB6DB68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AFF4-DDD6-4617-880A-14F4C8C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procedimento interno não detalhado publicamente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D229-D69D-4251-9828-BA7AD07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0361-A236-46A4-9F5C-AD508E6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Choice, Noul ou Score com valores probabilísticos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6193A-C591-4E0D-B01E-1B5BEFA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ECB-BB79-4132-A14E-E7992BE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objetivo declarado não prova calibração no seu domínio</a:t>
            </a:r>
          </a:p>
        </p:txBody>
      </p:sp>
    </p:spTree>
    <p:extLst>
      <p:ext uri="{BB962C8B-B14F-4D97-AF65-F5344CB8AC3E}">
        <p14:creationId xmlns:p14="http://schemas.microsoft.com/office/powerpoint/2010/main" val="386206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significa “calibrada”?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escolha com P=0,8 não promete acertar este 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Em muitos casos comparáveis de P≈0,8, esperar ≈80% de acerto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Acertar muito e estimar bem a incerteza são metas diferentes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decisão pode ser correta e confiante demais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Calibração deve ser testada por classe e por contexto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conseguimos testar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Escolha: accuracy, macro-F1 e matriz de confusão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Probabilidades: Brier, ECE e curva de confiabilidade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Segurança: erros críticos por classe e limiar de 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corpus, versão, prompt e hardware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Sem detalhes do treino, não isolamos o efeito causal do RLCD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89C0-BAFF-4405-A6C3-B5087F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3DA8-893E-4421-87FE-0A02DAC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8CE6-9123-4502-B782-BB88D2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82E9-77DA-4CE2-B63A-F4A822BB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64C-1BA0-4B12-BA8A-F741B1F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B441-AE8E-4C68-A1BB-C280648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B57B-06FD-4116-AA10-A5BC9CA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7A851-3684-4226-8D2B-6AFEF3B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75B6-4A1B-415C-A2CF-626D2A4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322B-0C20-4A8E-A041-6786536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0448770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CD7E5-28F4-4A60-BC00-3E5D9D3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74C8-DFCE-4289-9041-A95FD49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21CC-A7F0-42EB-948D-A6802AD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D2F9F-9538-4BBA-ABAA-0CF50F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43F8-6709-44A9-9EEB-A3EBF02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188C-D25C-4A6D-8D19-B47B72E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706C-4329-4D7A-BA1B-6E4437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CED1-A309-4B34-9EC8-3724ED4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501-F85E-4522-A53B-D3522C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DC49-29A1-45DD-89C7-BA36E07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EEDC2-DF2E-49B2-98DF-5E9F6E5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EDD-F6B2-4743-9545-4C5D78D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9B42-D4F0-4904-8E50-0D575C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3286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1B25-7386-47D6-8149-DEF9762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CE2-A6ED-4E90-A518-F4D1C4D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5BF8-C2ED-4E25-A4F8-9A9D2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2E63-35BC-4019-9DC0-19615C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2FAA-61AE-4A0A-B895-B7B75E6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C5FD-E20F-4270-B574-F39527D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0B5C-3C38-44CC-9BEC-5710E9D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92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510A-D434-43BF-AEA7-6F7A1A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8405-AA73-4A2C-B35F-BAD71EA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21CA-7D56-4785-AF0F-1A1CF0E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3836-19B6-4672-8FAB-AE669E50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E204-B3BD-4A58-8B46-30C28DF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C7DC-3B29-4377-9733-554BA0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0ABB-0E12-47A4-B587-8B1722E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56B2-1469-400C-9EC9-F27CDF2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47E2-2962-46D2-86C6-5CC251E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0E86-EAEA-4D3B-9B75-12764C6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CA2-85DC-4098-90CE-2A180C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E01-4DAF-4991-8585-83646EA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2781919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D9502-45E0-4472-848F-DE075A9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7BA5-4924-4595-A0C0-6EED15C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23DD-5E4E-4111-BADA-9A225E2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2B75-AAE1-46E0-B483-BE585A1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35D8A-6F64-4D15-A8C7-0DF7B53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0ACF-E4C1-4A14-8C7E-AF3056C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145B-F294-4471-A03D-73BB0B5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A21C7-A8F8-487D-98A3-5847402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E65D2-98C8-4C1C-B146-3B3AC95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E6109-943F-4BE1-BD27-DA77B99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FF2C-D152-4255-B25A-CAEE988B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86EAE-FFA3-43AA-BCD0-8B8C0A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6407860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14EF-B8A1-4938-A8D4-DE743F9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377C-396A-460F-BA77-9265D1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1686-D623-4831-A025-E2BD1A5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568CB-E29C-4936-8F76-20092F5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CE0-7F16-4FBF-84BE-C4E0646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CEE1-2C32-476E-8E87-4C3CC75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7613-74F8-4E8A-A75A-934DC52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22A6-CDA8-43D6-A87D-169C822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5398-8B46-4866-ADD9-249FB9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783-3CB3-47E0-86C7-605DC8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D38-D914-47CE-9C03-38035F9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7A78-E1BE-4E5A-8246-A06DC6F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823307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6C6DA-DAC1-4EB9-A18F-A03B109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E714-FE27-43F1-A144-37E4565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906A7-A0C5-401D-A330-27EC7F3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3347-A06D-4099-A7DB-10C6F55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94C79-4DDD-4D4A-B790-1C2D44A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FC1C-3760-4A52-A888-8D1EAE4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FDFA5-5283-4866-97E1-FE412D2E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91DD3-2B4E-4FFD-9DF1-DFB79212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846F8-922F-47EB-BB1C-B1A9229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DD2A-D11D-42DE-B1CA-73F17B68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63610-DAB8-4DD3-9C82-EBAF092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DF25C-19E1-4C17-8AC3-9E3A7A1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250078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4716-0716-4F66-A082-D8EC73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F3C2-25EF-42EC-BA6B-7BE1602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1194-CB62-409F-87E8-6765A53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2615C-48BD-438B-AA00-4182A2B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CC9F-F564-44B6-A710-EA598DE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F88-1C60-417E-A31D-7CA8E3E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72A2-F0A9-4B4B-BE6F-366950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8311F-C0B4-43EF-B05B-38E61B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9211-03B0-4164-A2E1-2F7933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2664-1120-40A0-A842-EB0681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70104-A44F-4FDA-8A6C-28C144E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808D-2EE9-4409-B475-0370791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20740451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DEAA-E296-48C5-A075-BCDBBD5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488E-8D5C-4649-9517-FF5DDA4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0DD3-F614-486C-A972-B6C63A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82CE-FE0F-4F11-BCDD-340D282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0F44-FB7D-4624-9A20-7315D8B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3379-0AEB-4730-BDFF-F69ADA4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B208-3E6D-477A-8425-8473453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B7B5-DE80-42CB-84D6-783C36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FDE8-C823-4880-A80C-EBB6DD14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B026-A9A4-4712-946B-2C20C38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6F81-F5DA-4B9D-853E-9A747F5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E0F4-1950-44D2-9F0B-48E4762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C659-4A7D-410E-B5A6-089D3E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9BAA-D708-4635-940F-54F3619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CAA6-DBA3-448A-BF57-BEF1849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6948037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7D8-7BD6-4D4F-A78F-421F291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F445-D268-4887-AEA4-C35B690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6B9B-ADC9-4F8C-909C-E02E76F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E11C-8355-4EC9-A90C-10A9A44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1F-933E-4ABE-B56D-5939EE3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77DD-C1DE-4D6C-9AD4-AAAAC7F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217D-5180-49C9-943E-9593ABF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196-3A60-414F-BB21-FF5839C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D98-204C-4B97-920A-F34955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DEC5-F26A-4C3D-AF06-0BE664D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EF91-840D-4E1C-A8C1-9E61173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834B-1581-435E-B809-8403B17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1B2EB-6724-4D9F-B1E0-EF0D6A1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C4302-1163-4A50-9CE6-564F075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5FF3-B4BD-4CA1-8EF7-26CE45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6768950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D065-2238-4289-8586-BEBA274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BDD6-336B-4881-929C-2B89191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FA29-63B4-4AA3-8389-34B78B2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174CD-C979-470E-8B58-50207B0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Laya: como a execução local muda a análise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1239-AC9A-4B39-AED8-BD99CC8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F902-FFE3-4BB2-9E0F-C39A826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3FBD-6FBF-4B66-A047-85DD163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Pergunta para 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Qual checkpoint avaliar?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Como vão as seis classes?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Execução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Local; CPU/GPU/MLX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Memória e energia no alvo?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Velocidade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M3 Max: p50 7,39–13,42 ms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Quanto no Android real?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Estado aqui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testado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métricas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299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67CB-8094-4CFB-A84B-49FDB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ADE9-3908-4FE0-9D39-120C705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5BA-CCF3-4B84-9288-46092D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CFED-B817-44CB-A154-F74E026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730-E5EF-4CA8-9E57-ED839B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6A08-C22D-4CAF-B504-B03EFA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5AD0-1AC8-429C-A5C7-BA0129C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49EA-A9EB-4DE2-A381-DCD5FD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CF71-9956-4B6E-9538-63F026A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B978F-1823-4720-9704-07B9343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95C4-4A85-441A-88D5-A73E66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E450-0154-44DC-998A-B0CBBCB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DA3-5C1E-464E-9876-629556A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CDA9-8CF0-4E19-8B2D-81C705B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8B41-6D6E-4EEB-8C8B-FC243B7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4C9E-C7D3-471A-8AC8-66A8BD9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1594F-891F-4714-B858-9684937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7907957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C8A6-2252-4731-AA91-0006A90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F398-DF0C-4AFA-9798-98B030E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36D-031D-4306-B112-01FBC46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E6E7-29D4-47F7-8322-716F0CE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33C-47A4-4F62-84C9-B8E6EAE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8DB6-B82B-4809-9487-8DF6A67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498B-2B84-429E-A311-09B470F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44A4-E07C-4E43-9EFB-A66B73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D120-B93A-4935-B9AD-833978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D6F4-4452-498D-BDF7-E3305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694-0458-495B-9F78-38E39F8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B91-224A-43A6-A257-C5E60E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CF41-1BB6-48CB-BE04-4FE3719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B2C0-63E3-43D3-A19F-20233B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6F546-132F-4628-9DC0-DE4FE6F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B6F3-E951-4A94-B95B-C4E232F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0AC4D-837F-4317-9CC1-367947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3330425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3097-56D6-4CDE-8006-60C386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3A0-F3CB-4884-9BA3-66E388B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57C9-ECFA-45CF-8013-9AFEE2D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56CD-99DB-4902-BD53-EB3E64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Laya, Julia-1 e CLM: comparação útil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00FD-56D6-4915-9671-D35DB16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B6B-E717-4AE4-8BC1-4D01406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3C3A-4F35-4D70-BD3E-DD62038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Como executa / decide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TypeSafe; decisão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p95,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inferência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Seis classes; memória e energia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mmBERT-small; CPU/ONNX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falso aceite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Encoders; similaridade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latência sem cache, custo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Teste comum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Macro-F1, Brier/ECE, p95, risco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8094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208A-7275-475C-9993-594FDB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A6D8-1CE9-4ACD-A6AB-A9CF9F56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9ACC-62DA-408D-81D1-6C22CCD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0B9-BFBD-49D5-937F-DD39D6F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documento por trás do 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2358-6306-46A1-9FE5-DE20067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6266-09CF-413E-A11F-B19852E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4C15C-CC1B-44AB-9506-A80EB3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8b20adb1e434d"/>
          <a:stretch xmlns:a="http://schemas.openxmlformats.org/drawingml/2006/main"/>
        </p:blipFill>
        <p:spPr>
          <a:xfrm xmlns:a="http://schemas.openxmlformats.org/drawingml/2006/main">
            <a:off x="590550" y="1751941"/>
            <a:ext cx="4667250" cy="36398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B282-8D8C-4456-AF6E-89CEBB7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6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Notas compartilhadas por Diogo Almeida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6A8D-66F7-4E9D-9823-2991A36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CBC8-60D9-465D-89A1-16477E7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de código: loop com poucas 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E7B-C7FC-4C2D-BA7A-880C6E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7A08-3BAE-4132-8877-AB156EE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 central: e sem KV cache?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6AC6-9BA8-4931-97DF-AAEB25B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FD5C2-8DCF-4BAE-AC52-4B3598C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texto é uma proposta; não traz benchmark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B59A-E69D-4D90-8071-85F4E2F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57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documento público; imagem da página 2</a:t>
            </a:r>
          </a:p>
        </p:txBody>
      </p:sp>
    </p:spTree>
    <p:extLst>
      <p:ext uri="{BB962C8B-B14F-4D97-AF65-F5344CB8AC3E}">
        <p14:creationId xmlns:p14="http://schemas.microsoft.com/office/powerpoint/2010/main" val="17807088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B8122-E3A1-488A-BA61-B78F7B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CE07-24F9-493C-BDA5-3CB05A3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B0E-A48A-4BA4-A8E1-ED577B1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3249-D505-4185-9A6E-F0DA71D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trocar de modelo pode sair caro?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0FA2-F288-44F3-864B-7CB814A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63A7-CBAF-40D4-9170-3849D9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E54C-DD61-4E34-8592-9A5C3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B66-67D3-42B7-9B1B-7BC652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longo já carregado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C4115-9655-43BD-A93F-EC65FB4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Modelo forte  →  modelo barato  →  modelo forte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A58BE-D445-4A24-A17D-07F0111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Na volta, o modelo forte pode precisar reler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D2F5-2822-4362-A9C5-D28FAC2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 pergunta do documento: qual contexto cada chamada precisa receber?</a:t>
            </a:r>
          </a:p>
        </p:txBody>
      </p:sp>
    </p:spTree>
    <p:extLst>
      <p:ext uri="{BB962C8B-B14F-4D97-AF65-F5344CB8AC3E}">
        <p14:creationId xmlns:p14="http://schemas.microsoft.com/office/powerpoint/2010/main" val="20393390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B0010-7F4E-40DB-8CCF-73EDCB8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CB5FC-D3CE-47CA-9842-5DE11AE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2001-3DE1-4A99-9B3B-1F28AB3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14CD7-488A-4C9D-B0DF-B11A85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montado para a próxima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BCF4-C8F9-4E53-8206-FDB070F8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A91E-94D9-457D-BC08-6E7B482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6480-9B3A-4C25-82F8-D6DC80F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724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952875"/>
                <a:gridCol w="3667125"/>
              </a:tblGrid>
              <a:tr h="74485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Trecho disponível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Decisão possível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Quem aplica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 longa de ferramenta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ocultar / resumo /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Instrução de uma pasta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carregar quando relevante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Ferramenta do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mostrar descrição /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Resultado de subagente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passar só o necessário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C3D5-03A1-47F4-B512-508B69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pode estimar relevância; o código monta e valida a janela.</a:t>
            </a:r>
          </a:p>
        </p:txBody>
      </p:sp>
    </p:spTree>
    <p:extLst>
      <p:ext uri="{BB962C8B-B14F-4D97-AF65-F5344CB8AC3E}">
        <p14:creationId xmlns:p14="http://schemas.microsoft.com/office/powerpoint/2010/main" val="2820462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7E3C-CC26-4031-931A-343B7F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8DC8F-5D7B-456D-BBCE-51847EA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8840-5BF7-468B-8EDB-DD086EA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8715-BC7F-4FF0-BB8A-6026E21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Onde Jev pode entrar no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4669-5507-4A8D-B9D1-B1C2395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2E1E-5FAC-4376-8ABB-E5D629E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E0FF-B404-4C56-8E2E-6715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9DD-7225-478A-BB97-8AB734A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PEDIDO  →  ESTADO E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5513-B2EA-46C4-9338-FC678A9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JEV: contexto, ferramenta, rota ou permissão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D1E2-D3E4-4194-A55C-D69A0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CÓDIGO: confere catálogo, política e estado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F24C-E1A1-4F7A-B7D6-3B0AEE5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/ FERRAMENTA: executa  →  testes e observação</a:t>
            </a:r>
          </a:p>
        </p:txBody>
      </p:sp>
    </p:spTree>
    <p:extLst>
      <p:ext uri="{BB962C8B-B14F-4D97-AF65-F5344CB8AC3E}">
        <p14:creationId xmlns:p14="http://schemas.microsoft.com/office/powerpoint/2010/main" val="13716665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775A-4608-4B1C-9FBF-7D5EF08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C79E-463D-43C7-BC47-D9E02F3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CA48-43DB-4094-A56A-602F5C8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B1C0-A006-4E1E-B205-0488B74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A552-FA1B-49B4-BC61-DC65243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9672-EA9D-41E0-96ED-5E444EE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864-663E-454F-B0A1-6679171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05E9-92F6-43F4-8FC7-47AAD1E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043D-07D7-4BEA-BB79-E51D66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6935304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DD10-472A-4578-9D36-8DA2C93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121E-5E8C-4C19-9E54-AAD6EE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92A6-9BB2-4FF0-8DD3-F7E122B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4803-20E1-48B1-A4B2-6EF10E5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74E5-7F35-4B97-A3A9-DD80B9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4349-945A-42F8-9BC4-D0FE939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1DF6-8643-4418-82FC-52577CC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F767-9B96-4155-8394-5C92F67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A070-D2F7-4DA6-AFD8-D43A4CD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A207-AFCB-4CB1-81A8-16DD1F1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199D-4487-4FBA-8F03-3614475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D0B2-3E8C-4DCA-82FD-3618183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8617-190E-4928-94F6-4E19B9F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223205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3BEED-BB05-4DC0-BB43-36AEAFD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3AC-73A9-425A-A8E8-5E7B10D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DD2F-CD0C-442D-8B29-C0E162C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1456-387B-4248-9B12-10CFD33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3728-0561-4BD5-9CD1-773F008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27F1-0141-41C9-9248-C04D1CD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F5D2-BFB9-4F4C-8C86-182D5F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79AD-8A63-4EE3-A5C3-40B421F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1293-401F-46D3-958F-6751C37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8607-9E7E-430A-BF77-B73E9C1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D8A7-DDDB-445E-A164-EF9B069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C882-9A4E-426B-95DF-6185ADF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82687-6725-40C0-B41F-34DEAF7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21300362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3A96-FAB9-4F62-833E-C2A0E85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FA1B-B0EB-4C49-AB42-6557025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237-569F-44B8-80DE-F39AA8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46DF-A871-4B61-BA8C-BF2494D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D82-A28F-4793-9BA8-2BD3574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37399-1AFF-4121-A367-277AF7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AA39-18CA-4BB1-9189-CDFFEC3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D369-BDAA-4EBA-A894-2B71ECD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E98D-28B7-45F8-B846-B3047BB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F3E1-7296-4192-8721-3074E3A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1470-CF2F-4403-8A96-4EAF8FC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DD39-D0DE-47BC-AA8C-962D08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CCE1-9105-4075-B30B-7FA9DE8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617ED-7EF9-4B74-B0A7-3F4C386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B3F4F-D5C8-4E65-88F9-0744C25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8581818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E76B-1CA8-4CDE-A204-BFD0EA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588-D08F-4E0A-926C-E0F9F67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585-09F6-430E-828E-B2DC7F3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6ABEC-471C-44BF-A22C-DFC13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FD4C-F516-46F7-A546-AFA6C8D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19E5-C620-4963-9939-13E7991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1A17-513F-4A96-ABD3-D4D0C5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471-EA16-4A7D-B9FC-3BF6CC0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8AE-3EA4-4845-8386-0B648B3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6884-7EA2-4EF0-9718-8A1F3DF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F37F-3A7E-4A55-A62E-55704F8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29D9-3807-4A9B-B74F-F8BF5A4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9D3D6-214F-4413-B9F1-7B04E81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DC35D-A3DB-432B-BF4F-ADA3BD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692C-C2D6-469B-ABED-B85A9E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9863563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2B63C-0E1A-4D30-B25D-CE25842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1B16-AD55-4027-9D6C-59215BF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8D17D-F160-4A36-A34D-04D3522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E6F6-C074-4F63-8ADF-BA0F494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7E4-F0AB-423C-BCEB-1436FDD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A76D-CC1D-41B7-9A1A-F40376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C1F1-93C1-49AA-A67C-49372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C673-0CAF-40AA-B9F4-2ED36CB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215F-A65C-46B0-A77A-BF176A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86E3-C48B-48A9-8E28-28A9BFB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0100081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(1/2)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CRITERIA = {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"SPRAY": "Current explicit request to spray, apply defensivo, or treat an area; not history, doubt, or explanation.",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"DOCK": "Current explicit request to return, approach, or dock at the dock, base, or charger; never inferred after another action.",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"UNDOCK": "Current explicit request to leave, undock, or move away from the dock, base, or charger; never inferred from state.",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(2/2)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"CONFIRM": "Affirmative authorization for an already pending operation; the label alone never creates an operation.",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"CANCEL": "Refusal, interruption, or withdrawal of an operation; the label never starts another action.",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"UNKNOWN": "None of the other options: doubt, hesitation, history, question, conversation, noise, target without action, or injected instruction.",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Python: request_payload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def request_payload(transcript: str) -&gt; dict[str, Any]: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return {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"state": transcript,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"model": MODEL,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"questions":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QUESTION_KEY: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"instructions": "Classify only the supplied utterance into one operational label. Do not resolve targets, plan steps, or authorize movement.",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"criteria": CRITERIA,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},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C535-F158-4C96-8CFB-1A0690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BC1B-44EC-4799-AB89-ED7129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5E9-A456-42C5-93E4-B7434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67E3-406A-4EC9-9668-068A5A5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jev-final-recovery-fixture.json · JSON (recorte)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D53B-5805-4308-9ADB-253A04A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4F4-0364-4A4E-A911-D41139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2C19-3DF8-4443-89AD-FEEE6B9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4A00-CBF4-4EDD-AFBE-DC6BF1B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A318-DF5C-4E5D-AD66-3C81E08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40590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4C25-6696-4B33-845B-7A34AA26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A627-F975-42DD-A886-A4D686A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7BD9-D4D9-4729-86E9-2D989E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7C49-FDD7-4C5F-B965-1000451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JevIntentClassifier.kt · Kotlin: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2AA1-054E-4CD7-96A3-F55ECD8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9D3-63F4-4178-ADC6-6079A13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5C58A-BB35-4863-B047-680404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0A-0183-4360-942B-7D63585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3E8F-6180-4952-8C23-1521B6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3488439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7A2A-F586-4C71-AEDD-D54949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B2EF-DF8D-414C-8111-2A2AD3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8742-8073-4C11-8624-217273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2F4-5E41-4A96-86D3-DCA98976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DA242-2A35-4D9C-BB44-2684DF8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EDA9-E37A-4A48-9C49-08E421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9F4B-9D5F-4413-9080-232F22B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3AC3-E792-4C1A-9AB6-3CCA6EE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8048126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952C-8F24-448D-B8F9-30DC74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7B1C-28F5-463E-9D4C-2314F26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FAE9-853A-48A9-9D58-2B5AC39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4CEF-6A63-4A85-A24C-761EAAD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4BCD-08C2-4246-A9EB-96ED4CF4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9DE78-E8F5-4AE0-B154-4024BA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5427-9FBB-46B6-B1F7-D539598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2E44-2EC0-432F-AE51-056D43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7B35-7F09-4F1B-BC93-D1EFFE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8672399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EF20-D2D1-4EBC-A4BC-36061B0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75E9-3D59-43EE-BE11-1FB4567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A192-EBC2-4850-89ED-2656F49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7693-7CE3-4D35-8000-6CAEF0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710-0278-4DED-9BF5-9213E56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09B3-96AE-47F1-84F5-E99856C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F037-7663-4840-8DFD-A13D64C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F7D6-64F8-49DC-84C0-D50FA1D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73E-E20E-458C-8713-1B1A79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F7F0-B597-4519-85A9-358DA9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45-B2E5-46E3-805D-997B79D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0782-758D-4B69-9A2F-D961BB5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055476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91E1-F020-44A3-A17C-589455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9431-E2BE-41E0-A4F0-C6E52F0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E5F1-8EEA-43C4-A034-465F2CB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49F1-E8EC-4F07-97CB-A027EFA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ECA0-8BE4-4799-BCA7-D64A89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934F-44C4-4022-B893-32F2AF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C28E-31F3-44AB-8429-F523D1B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E25-5DC2-4174-AE1F-7271BF5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FA45-0AA2-49C4-9621-42EF416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F71F-CE00-4C5A-A013-63B18FD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E08BB-7A3E-4A5E-8689-BA2CD6B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46A2-0BFC-47A5-BDF4-A012FC0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57462492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AE6D-FA50-4C93-AA3F-01BA59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48E3-B1E6-4308-AE68-5315FFC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4E54-DA7A-4C69-B162-9EE82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B71A-E63D-4544-BE54-5ED7DB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5D13-035A-4D82-A5E6-3470992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EED-D31A-47D3-BF54-D0FAC03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44A-8534-4D3A-AD54-5454473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3007-6FED-45B3-8811-F8F5D5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FDC6-98DD-4BA3-95DF-7E2F21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8A98A-8004-4387-BBC9-80C0EB0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A9EB-8237-45E6-918F-CB5087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47C6-4BA7-405C-9DB0-0F9036E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DA80-1BA6-43AA-99D1-3C72041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7347518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0A8-E272-4A9B-BC1F-8B88005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580F-5211-401B-B821-DA70734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3606-EF57-4363-84FC-A7AAF7A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E0AF-8EEC-4EAD-9609-7D9D45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ainda precisamos testar?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00E3-F5CE-49B5-9259-B40CA9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4BB3-B18B-4C1A-9F59-6ADE6CA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0D2F-535D-43BA-A489-637F945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405D-68F1-4DD4-B41E-F2D0426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F437-3CCC-4FA3-BD55-0C4E22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classifica bem transcrições de falas reais?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B5765-C381-48C7-9700-FF99B7F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D970-BFC5-4FFC-AF2F-9D8C1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indica 80%, acerta perto de 80% dos casos parecidos?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0F7E-C03B-4CB2-88D5-73A338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7C31-28D5-4734-ABDE-FF296DE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Consegue distinguir “cancelar” de “confirmar” com segurança?</a:t>
            </a:r>
          </a:p>
        </p:txBody>
      </p:sp>
    </p:spTree>
    <p:extLst>
      <p:ext uri="{BB962C8B-B14F-4D97-AF65-F5344CB8AC3E}">
        <p14:creationId xmlns:p14="http://schemas.microsoft.com/office/powerpoint/2010/main" val="173405704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9F35-BBA6-498E-824B-0EC7CAB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B4F35-771A-4F5A-B2EB-6425258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0228-7C80-471D-8ED4-49BBEC3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93B9-CCE5-4F37-A3F7-E1EB721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B778-5D40-45DA-9C4D-367A7FD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71C8-91A4-415B-A44D-0EE1AA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6E34-0E45-46D8-8C86-A47CFCC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39DA-6EBE-4EC7-907F-0B4AE05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133E-D1B2-4EA4-BF79-A14B08F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1927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2026-09-27T23:13:44.3720000Z</dcterms:created>
  <dcterms:modified xsi:type="dcterms:W3CDTF">2026-09-27T23:13:44.3720000Z</dcterms:modified>
</coreProperties>
</file>