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da61bc95e42f9" /><Relationship Type="http://schemas.openxmlformats.org/officeDocument/2006/relationships/extended-properties" Target="/docProps/app.xml" Id="Rb16cd18910084016" /><Relationship Type="http://schemas.openxmlformats.org/officeDocument/2006/relationships/officeDocument" Target="/ppt/presentation.xml" Id="Rb229501c182247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82571e9034dac"/>
  </p:sldMasterIdLst>
  <p:notesMasterIdLst>
    <p:notesMasterId xmlns:r="http://schemas.openxmlformats.org/officeDocument/2006/relationships" r:id="Rb78307945cc549a9"/>
  </p:notesMasterIdLst>
  <p:sldIdLst>
    <p:sldId xmlns:r="http://schemas.openxmlformats.org/officeDocument/2006/relationships" id="256" r:id="R96fbc401e1494964"/>
    <p:sldId xmlns:r="http://schemas.openxmlformats.org/officeDocument/2006/relationships" id="257" r:id="R32479efbb23d4ba4"/>
    <p:sldId xmlns:r="http://schemas.openxmlformats.org/officeDocument/2006/relationships" id="258" r:id="Refa94323c9af4f80"/>
    <p:sldId xmlns:r="http://schemas.openxmlformats.org/officeDocument/2006/relationships" id="259" r:id="Rdc5742f073a84dcb"/>
    <p:sldId xmlns:r="http://schemas.openxmlformats.org/officeDocument/2006/relationships" id="260" r:id="R9953d1806ef44646"/>
    <p:sldId xmlns:r="http://schemas.openxmlformats.org/officeDocument/2006/relationships" id="261" r:id="R5e2d0cb3dd844b03"/>
    <p:sldId xmlns:r="http://schemas.openxmlformats.org/officeDocument/2006/relationships" id="262" r:id="R1dcdee1f5f774b4e"/>
    <p:sldId xmlns:r="http://schemas.openxmlformats.org/officeDocument/2006/relationships" id="263" r:id="Ra8622782c3b74b6b"/>
    <p:sldId xmlns:r="http://schemas.openxmlformats.org/officeDocument/2006/relationships" id="264" r:id="Rcc22be4430bb4d42"/>
    <p:sldId xmlns:r="http://schemas.openxmlformats.org/officeDocument/2006/relationships" id="265" r:id="R40f6d81e34f74ea8"/>
    <p:sldId xmlns:r="http://schemas.openxmlformats.org/officeDocument/2006/relationships" id="266" r:id="Re8ad8cbcebf44ace"/>
    <p:sldId xmlns:r="http://schemas.openxmlformats.org/officeDocument/2006/relationships" id="267" r:id="R6f60c6c2833047aa"/>
    <p:sldId xmlns:r="http://schemas.openxmlformats.org/officeDocument/2006/relationships" id="268" r:id="R27fc4ea87e4e48e8"/>
    <p:sldId xmlns:r="http://schemas.openxmlformats.org/officeDocument/2006/relationships" id="269" r:id="R42ea38f67ccc4a26"/>
    <p:sldId xmlns:r="http://schemas.openxmlformats.org/officeDocument/2006/relationships" id="270" r:id="R332a0b42a0d24935"/>
    <p:sldId xmlns:r="http://schemas.openxmlformats.org/officeDocument/2006/relationships" id="271" r:id="Rd00c2eabc1864de6"/>
    <p:sldId xmlns:r="http://schemas.openxmlformats.org/officeDocument/2006/relationships" id="272" r:id="R752eddcf80944fe3"/>
    <p:sldId xmlns:r="http://schemas.openxmlformats.org/officeDocument/2006/relationships" id="273" r:id="R3b36f72d0caa47a9"/>
    <p:sldId xmlns:r="http://schemas.openxmlformats.org/officeDocument/2006/relationships" id="274" r:id="R2e0adda8a80d492f"/>
    <p:sldId xmlns:r="http://schemas.openxmlformats.org/officeDocument/2006/relationships" id="275" r:id="R8a9f9a7c637642be"/>
    <p:sldId xmlns:r="http://schemas.openxmlformats.org/officeDocument/2006/relationships" id="276" r:id="R4d753d52f9f941c2"/>
    <p:sldId xmlns:r="http://schemas.openxmlformats.org/officeDocument/2006/relationships" id="277" r:id="R4291cec33e854a38"/>
    <p:sldId xmlns:r="http://schemas.openxmlformats.org/officeDocument/2006/relationships" id="278" r:id="Rc2407acecbff4131"/>
    <p:sldId xmlns:r="http://schemas.openxmlformats.org/officeDocument/2006/relationships" id="279" r:id="R87abb4b706734778"/>
    <p:sldId xmlns:r="http://schemas.openxmlformats.org/officeDocument/2006/relationships" id="280" r:id="R12c62230597f4a15"/>
    <p:sldId xmlns:r="http://schemas.openxmlformats.org/officeDocument/2006/relationships" id="281" r:id="Raec9c29fc979422f"/>
    <p:sldId xmlns:r="http://schemas.openxmlformats.org/officeDocument/2006/relationships" id="282" r:id="R5cb495c9c5c440a7"/>
    <p:sldId xmlns:r="http://schemas.openxmlformats.org/officeDocument/2006/relationships" id="283" r:id="R53db594b75164c5f"/>
    <p:sldId xmlns:r="http://schemas.openxmlformats.org/officeDocument/2006/relationships" id="284" r:id="R2e3cb9a0b12442f5"/>
    <p:sldId xmlns:r="http://schemas.openxmlformats.org/officeDocument/2006/relationships" id="285" r:id="R9453703f73ee450e"/>
    <p:sldId xmlns:r="http://schemas.openxmlformats.org/officeDocument/2006/relationships" id="286" r:id="R6097f27a1b504c4d"/>
    <p:sldId xmlns:r="http://schemas.openxmlformats.org/officeDocument/2006/relationships" id="287" r:id="Ree2949531ec845d8"/>
    <p:sldId xmlns:r="http://schemas.openxmlformats.org/officeDocument/2006/relationships" id="288" r:id="R305ef583cfe5473b"/>
    <p:sldId xmlns:r="http://schemas.openxmlformats.org/officeDocument/2006/relationships" id="289" r:id="R64bf729e0ec64238"/>
    <p:sldId xmlns:r="http://schemas.openxmlformats.org/officeDocument/2006/relationships" id="290" r:id="R5e62a5061fbd4e30"/>
    <p:sldId xmlns:r="http://schemas.openxmlformats.org/officeDocument/2006/relationships" id="291" r:id="Ra8471ab4e5314d6d"/>
    <p:sldId xmlns:r="http://schemas.openxmlformats.org/officeDocument/2006/relationships" id="292" r:id="R46aead83865f4c53"/>
    <p:sldId xmlns:r="http://schemas.openxmlformats.org/officeDocument/2006/relationships" id="293" r:id="R3a6301459f6b46a4"/>
    <p:sldId xmlns:r="http://schemas.openxmlformats.org/officeDocument/2006/relationships" id="294" r:id="Reda04322bbb549e4"/>
    <p:sldId xmlns:r="http://schemas.openxmlformats.org/officeDocument/2006/relationships" id="295" r:id="Rc95aa059e9854af4"/>
    <p:sldId xmlns:r="http://schemas.openxmlformats.org/officeDocument/2006/relationships" id="296" r:id="R523a6fa0255f4a34"/>
    <p:sldId xmlns:r="http://schemas.openxmlformats.org/officeDocument/2006/relationships" id="297" r:id="R5a836ad19f0c4f61"/>
    <p:sldId xmlns:r="http://schemas.openxmlformats.org/officeDocument/2006/relationships" id="298" r:id="R2252939b03cd4687"/>
    <p:sldId xmlns:r="http://schemas.openxmlformats.org/officeDocument/2006/relationships" id="299" r:id="R02130f0034dc42a0"/>
    <p:sldId xmlns:r="http://schemas.openxmlformats.org/officeDocument/2006/relationships" id="300" r:id="R9dbca20c17544675"/>
    <p:sldId xmlns:r="http://schemas.openxmlformats.org/officeDocument/2006/relationships" id="301" r:id="R5396806fc3484f26"/>
    <p:sldId xmlns:r="http://schemas.openxmlformats.org/officeDocument/2006/relationships" id="302" r:id="Rde9e7e9ce7d644ed"/>
    <p:sldId xmlns:r="http://schemas.openxmlformats.org/officeDocument/2006/relationships" id="303" r:id="R7c5ffb37768f4791"/>
    <p:sldId xmlns:r="http://schemas.openxmlformats.org/officeDocument/2006/relationships" id="304" r:id="Rae8415f860c74d35"/>
    <p:sldId xmlns:r="http://schemas.openxmlformats.org/officeDocument/2006/relationships" id="305" r:id="R97466e17af1d4e0b"/>
    <p:sldId xmlns:r="http://schemas.openxmlformats.org/officeDocument/2006/relationships" id="306" r:id="R62e57e676430441f"/>
    <p:sldId xmlns:r="http://schemas.openxmlformats.org/officeDocument/2006/relationships" id="307" r:id="R095077849ad74b69"/>
    <p:sldId xmlns:r="http://schemas.openxmlformats.org/officeDocument/2006/relationships" id="308" r:id="Rde5857ece6ba4dc6"/>
    <p:sldId xmlns:r="http://schemas.openxmlformats.org/officeDocument/2006/relationships" id="309" r:id="R9f8deb4f872f41f9"/>
    <p:sldId xmlns:r="http://schemas.openxmlformats.org/officeDocument/2006/relationships" id="310" r:id="R7c4dd8f31a884843"/>
    <p:sldId xmlns:r="http://schemas.openxmlformats.org/officeDocument/2006/relationships" id="311" r:id="R7a021c554552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f6fb9144f14ed5" /><Relationship Type="http://schemas.openxmlformats.org/officeDocument/2006/relationships/slideMaster" Target="/ppt/slideMasters/slideMaster1.xml" Id="R0c882571e9034dac" /><Relationship Type="http://schemas.openxmlformats.org/officeDocument/2006/relationships/notesMaster" Target="/ppt/notesMasters/notesMaster1.xml" Id="Rb78307945cc549a9" /><Relationship Type="http://schemas.openxmlformats.org/officeDocument/2006/relationships/presProps" Target="/ppt/presProps.xml" Id="Rfe017db483a6439d" /><Relationship Type="http://schemas.openxmlformats.org/officeDocument/2006/relationships/tableStyles" Target="/ppt/tableStyles.xml" Id="R8c49696b3ce94d59" /><Relationship Type="http://schemas.openxmlformats.org/officeDocument/2006/relationships/slide" Target="/ppt/slides/slide1.xml" Id="R96fbc401e1494964" /><Relationship Type="http://schemas.openxmlformats.org/officeDocument/2006/relationships/slide" Target="/ppt/slides/slide2.xml" Id="R32479efbb23d4ba4" /><Relationship Type="http://schemas.openxmlformats.org/officeDocument/2006/relationships/slide" Target="/ppt/slides/slide3.xml" Id="Refa94323c9af4f80" /><Relationship Type="http://schemas.openxmlformats.org/officeDocument/2006/relationships/slide" Target="/ppt/slides/slide4.xml" Id="Rdc5742f073a84dcb" /><Relationship Type="http://schemas.openxmlformats.org/officeDocument/2006/relationships/slide" Target="/ppt/slides/slide5.xml" Id="R9953d1806ef44646" /><Relationship Type="http://schemas.openxmlformats.org/officeDocument/2006/relationships/slide" Target="/ppt/slides/slide6.xml" Id="R5e2d0cb3dd844b03" /><Relationship Type="http://schemas.openxmlformats.org/officeDocument/2006/relationships/slide" Target="/ppt/slides/slide7.xml" Id="R1dcdee1f5f774b4e" /><Relationship Type="http://schemas.openxmlformats.org/officeDocument/2006/relationships/slide" Target="/ppt/slides/slide8.xml" Id="Ra8622782c3b74b6b" /><Relationship Type="http://schemas.openxmlformats.org/officeDocument/2006/relationships/slide" Target="/ppt/slides/slide9.xml" Id="Rcc22be4430bb4d42" /><Relationship Type="http://schemas.openxmlformats.org/officeDocument/2006/relationships/slide" Target="/ppt/slides/slide10.xml" Id="R40f6d81e34f74ea8" /><Relationship Type="http://schemas.openxmlformats.org/officeDocument/2006/relationships/slide" Target="/ppt/slides/slide11.xml" Id="Re8ad8cbcebf44ace" /><Relationship Type="http://schemas.openxmlformats.org/officeDocument/2006/relationships/slide" Target="/ppt/slides/slide12.xml" Id="R6f60c6c2833047aa" /><Relationship Type="http://schemas.openxmlformats.org/officeDocument/2006/relationships/slide" Target="/ppt/slides/slide13.xml" Id="R27fc4ea87e4e48e8" /><Relationship Type="http://schemas.openxmlformats.org/officeDocument/2006/relationships/slide" Target="/ppt/slides/slide14.xml" Id="R42ea38f67ccc4a26" /><Relationship Type="http://schemas.openxmlformats.org/officeDocument/2006/relationships/slide" Target="/ppt/slides/slide15.xml" Id="R332a0b42a0d24935" /><Relationship Type="http://schemas.openxmlformats.org/officeDocument/2006/relationships/slide" Target="/ppt/slides/slide16.xml" Id="Rd00c2eabc1864de6" /><Relationship Type="http://schemas.openxmlformats.org/officeDocument/2006/relationships/slide" Target="/ppt/slides/slide17.xml" Id="R752eddcf80944fe3" /><Relationship Type="http://schemas.openxmlformats.org/officeDocument/2006/relationships/slide" Target="/ppt/slides/slide18.xml" Id="R3b36f72d0caa47a9" /><Relationship Type="http://schemas.openxmlformats.org/officeDocument/2006/relationships/slide" Target="/ppt/slides/slide19.xml" Id="R2e0adda8a80d492f" /><Relationship Type="http://schemas.openxmlformats.org/officeDocument/2006/relationships/slide" Target="/ppt/slides/slide20.xml" Id="R8a9f9a7c637642be" /><Relationship Type="http://schemas.openxmlformats.org/officeDocument/2006/relationships/slide" Target="/ppt/slides/slide21.xml" Id="R4d753d52f9f941c2" /><Relationship Type="http://schemas.openxmlformats.org/officeDocument/2006/relationships/slide" Target="/ppt/slides/slide22.xml" Id="R4291cec33e854a38" /><Relationship Type="http://schemas.openxmlformats.org/officeDocument/2006/relationships/slide" Target="/ppt/slides/slide23.xml" Id="Rc2407acecbff4131" /><Relationship Type="http://schemas.openxmlformats.org/officeDocument/2006/relationships/slide" Target="/ppt/slides/slide24.xml" Id="R87abb4b706734778" /><Relationship Type="http://schemas.openxmlformats.org/officeDocument/2006/relationships/slide" Target="/ppt/slides/slide25.xml" Id="R12c62230597f4a15" /><Relationship Type="http://schemas.openxmlformats.org/officeDocument/2006/relationships/slide" Target="/ppt/slides/slide26.xml" Id="Raec9c29fc979422f" /><Relationship Type="http://schemas.openxmlformats.org/officeDocument/2006/relationships/slide" Target="/ppt/slides/slide27.xml" Id="R5cb495c9c5c440a7" /><Relationship Type="http://schemas.openxmlformats.org/officeDocument/2006/relationships/slide" Target="/ppt/slides/slide28.xml" Id="R53db594b75164c5f" /><Relationship Type="http://schemas.openxmlformats.org/officeDocument/2006/relationships/slide" Target="/ppt/slides/slide29.xml" Id="R2e3cb9a0b12442f5" /><Relationship Type="http://schemas.openxmlformats.org/officeDocument/2006/relationships/slide" Target="/ppt/slides/slide30.xml" Id="R9453703f73ee450e" /><Relationship Type="http://schemas.openxmlformats.org/officeDocument/2006/relationships/slide" Target="/ppt/slides/slide31.xml" Id="R6097f27a1b504c4d" /><Relationship Type="http://schemas.openxmlformats.org/officeDocument/2006/relationships/slide" Target="/ppt/slides/slide32.xml" Id="Ree2949531ec845d8" /><Relationship Type="http://schemas.openxmlformats.org/officeDocument/2006/relationships/slide" Target="/ppt/slides/slide33.xml" Id="R305ef583cfe5473b" /><Relationship Type="http://schemas.openxmlformats.org/officeDocument/2006/relationships/slide" Target="/ppt/slides/slide34.xml" Id="R64bf729e0ec64238" /><Relationship Type="http://schemas.openxmlformats.org/officeDocument/2006/relationships/slide" Target="/ppt/slides/slide35.xml" Id="R5e62a5061fbd4e30" /><Relationship Type="http://schemas.openxmlformats.org/officeDocument/2006/relationships/slide" Target="/ppt/slides/slide36.xml" Id="Ra8471ab4e5314d6d" /><Relationship Type="http://schemas.openxmlformats.org/officeDocument/2006/relationships/slide" Target="/ppt/slides/slide37.xml" Id="R46aead83865f4c53" /><Relationship Type="http://schemas.openxmlformats.org/officeDocument/2006/relationships/slide" Target="/ppt/slides/slide38.xml" Id="R3a6301459f6b46a4" /><Relationship Type="http://schemas.openxmlformats.org/officeDocument/2006/relationships/slide" Target="/ppt/slides/slide39.xml" Id="Reda04322bbb549e4" /><Relationship Type="http://schemas.openxmlformats.org/officeDocument/2006/relationships/slide" Target="/ppt/slides/slide40.xml" Id="Rc95aa059e9854af4" /><Relationship Type="http://schemas.openxmlformats.org/officeDocument/2006/relationships/slide" Target="/ppt/slides/slide41.xml" Id="R523a6fa0255f4a34" /><Relationship Type="http://schemas.openxmlformats.org/officeDocument/2006/relationships/slide" Target="/ppt/slides/slide42.xml" Id="R5a836ad19f0c4f61" /><Relationship Type="http://schemas.openxmlformats.org/officeDocument/2006/relationships/slide" Target="/ppt/slides/slide43.xml" Id="R2252939b03cd4687" /><Relationship Type="http://schemas.openxmlformats.org/officeDocument/2006/relationships/slide" Target="/ppt/slides/slide44.xml" Id="R02130f0034dc42a0" /><Relationship Type="http://schemas.openxmlformats.org/officeDocument/2006/relationships/slide" Target="/ppt/slides/slide45.xml" Id="R9dbca20c17544675" /><Relationship Type="http://schemas.openxmlformats.org/officeDocument/2006/relationships/slide" Target="/ppt/slides/slide46.xml" Id="R5396806fc3484f26" /><Relationship Type="http://schemas.openxmlformats.org/officeDocument/2006/relationships/slide" Target="/ppt/slides/slide47.xml" Id="Rde9e7e9ce7d644ed" /><Relationship Type="http://schemas.openxmlformats.org/officeDocument/2006/relationships/slide" Target="/ppt/slides/slide48.xml" Id="R7c5ffb37768f4791" /><Relationship Type="http://schemas.openxmlformats.org/officeDocument/2006/relationships/slide" Target="/ppt/slides/slide49.xml" Id="Rae8415f860c74d35" /><Relationship Type="http://schemas.openxmlformats.org/officeDocument/2006/relationships/slide" Target="/ppt/slides/slide50.xml" Id="R97466e17af1d4e0b" /><Relationship Type="http://schemas.openxmlformats.org/officeDocument/2006/relationships/slide" Target="/ppt/slides/slide51.xml" Id="R62e57e676430441f" /><Relationship Type="http://schemas.openxmlformats.org/officeDocument/2006/relationships/slide" Target="/ppt/slides/slide52.xml" Id="R095077849ad74b69" /><Relationship Type="http://schemas.openxmlformats.org/officeDocument/2006/relationships/slide" Target="/ppt/slides/slide53.xml" Id="Rde5857ece6ba4dc6" /><Relationship Type="http://schemas.openxmlformats.org/officeDocument/2006/relationships/slide" Target="/ppt/slides/slide54.xml" Id="R9f8deb4f872f41f9" /><Relationship Type="http://schemas.openxmlformats.org/officeDocument/2006/relationships/slide" Target="/ppt/slides/slide55.xml" Id="R7c4dd8f31a884843" /><Relationship Type="http://schemas.openxmlformats.org/officeDocument/2006/relationships/slide" Target="/ppt/slides/slide56.xml" Id="R7a021c554552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92ea2c1304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5520bdf6f435c" /><Relationship Type="http://schemas.openxmlformats.org/officeDocument/2006/relationships/notesMaster" Target="/ppt/notesMasters/notesMaster1.xml" Id="R710afed288424d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15f9d0f834816" /><Relationship Type="http://schemas.openxmlformats.org/officeDocument/2006/relationships/notesMaster" Target="/ppt/notesMasters/notesMaster1.xml" Id="R4dbd0ce3e823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646adcad3a4fcd" /><Relationship Type="http://schemas.openxmlformats.org/officeDocument/2006/relationships/notesMaster" Target="/ppt/notesMasters/notesMaster1.xml" Id="R897b1920fbcb4e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0de2e97c040fe" /><Relationship Type="http://schemas.openxmlformats.org/officeDocument/2006/relationships/notesMaster" Target="/ppt/notesMasters/notesMaster1.xml" Id="Rc9ba3bb8577f4c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22da6e5814d64" /><Relationship Type="http://schemas.openxmlformats.org/officeDocument/2006/relationships/notesMaster" Target="/ppt/notesMasters/notesMaster1.xml" Id="Rebf95db227f4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4f7f2630a48eb" /><Relationship Type="http://schemas.openxmlformats.org/officeDocument/2006/relationships/notesMaster" Target="/ppt/notesMasters/notesMaster1.xml" Id="R859fe864cc6340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cb81bc03774b31" /><Relationship Type="http://schemas.openxmlformats.org/officeDocument/2006/relationships/notesMaster" Target="/ppt/notesMasters/notesMaster1.xml" Id="R2bcf5e97d31941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afcde847f04c8b" /><Relationship Type="http://schemas.openxmlformats.org/officeDocument/2006/relationships/notesMaster" Target="/ppt/notesMasters/notesMaster1.xml" Id="R49efdad8018f41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c28459932e4e22" /><Relationship Type="http://schemas.openxmlformats.org/officeDocument/2006/relationships/notesMaster" Target="/ppt/notesMasters/notesMaster1.xml" Id="R14d31a82d14c4c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d25c932b394c3b" /><Relationship Type="http://schemas.openxmlformats.org/officeDocument/2006/relationships/notesMaster" Target="/ppt/notesMasters/notesMaster1.xml" Id="Re5453cc0b6c54d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2b59a5e7bb4579" /><Relationship Type="http://schemas.openxmlformats.org/officeDocument/2006/relationships/notesMaster" Target="/ppt/notesMasters/notesMaster1.xml" Id="Rb6161b9975fc46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e3e4c47ee544b3" /><Relationship Type="http://schemas.openxmlformats.org/officeDocument/2006/relationships/notesMaster" Target="/ppt/notesMasters/notesMaster1.xml" Id="R826f9be8079441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97493964ca440b" /><Relationship Type="http://schemas.openxmlformats.org/officeDocument/2006/relationships/notesMaster" Target="/ppt/notesMasters/notesMaster1.xml" Id="R0551b3820bc044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dbd6311f164fdb" /><Relationship Type="http://schemas.openxmlformats.org/officeDocument/2006/relationships/notesMaster" Target="/ppt/notesMasters/notesMaster1.xml" Id="R3c997285448f4b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d72c87e5c0416f" /><Relationship Type="http://schemas.openxmlformats.org/officeDocument/2006/relationships/notesMaster" Target="/ppt/notesMasters/notesMaster1.xml" Id="R0814c835360d4e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469a4b28734025" /><Relationship Type="http://schemas.openxmlformats.org/officeDocument/2006/relationships/notesMaster" Target="/ppt/notesMasters/notesMaster1.xml" Id="R2c17e119706a4b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09afc60241430e" /><Relationship Type="http://schemas.openxmlformats.org/officeDocument/2006/relationships/notesMaster" Target="/ppt/notesMasters/notesMaster1.xml" Id="R1cdb5194a6884d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305dad6d894f5b" /><Relationship Type="http://schemas.openxmlformats.org/officeDocument/2006/relationships/notesMaster" Target="/ppt/notesMasters/notesMaster1.xml" Id="R647b89ab706d46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8c17762a9e4b97" /><Relationship Type="http://schemas.openxmlformats.org/officeDocument/2006/relationships/notesMaster" Target="/ppt/notesMasters/notesMaster1.xml" Id="Rfc8b4b07284e4c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0f8a3f8c9946ea" /><Relationship Type="http://schemas.openxmlformats.org/officeDocument/2006/relationships/notesMaster" Target="/ppt/notesMasters/notesMaster1.xml" Id="R941419df0c6049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2a6332a396410f" /><Relationship Type="http://schemas.openxmlformats.org/officeDocument/2006/relationships/notesMaster" Target="/ppt/notesMasters/notesMaster1.xml" Id="R2319d1b88df54d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cc287abe88d4b95" /><Relationship Type="http://schemas.openxmlformats.org/officeDocument/2006/relationships/notesMaster" Target="/ppt/notesMasters/notesMaster1.xml" Id="Rf6e0bbc61fd14d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4b5a6f34cc4955" /><Relationship Type="http://schemas.openxmlformats.org/officeDocument/2006/relationships/notesMaster" Target="/ppt/notesMasters/notesMaster1.xml" Id="R41af949aa33647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3b05bdd3ee4161" /><Relationship Type="http://schemas.openxmlformats.org/officeDocument/2006/relationships/notesMaster" Target="/ppt/notesMasters/notesMaster1.xml" Id="Rc26d9838dbe54a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d66ddc0a09f4240" /><Relationship Type="http://schemas.openxmlformats.org/officeDocument/2006/relationships/notesMaster" Target="/ppt/notesMasters/notesMaster1.xml" Id="Rd26ea1dda42644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43a2090df424585" /><Relationship Type="http://schemas.openxmlformats.org/officeDocument/2006/relationships/notesMaster" Target="/ppt/notesMasters/notesMaster1.xml" Id="Ra7e7ae4d1cc44e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35f0d3293b4774" /><Relationship Type="http://schemas.openxmlformats.org/officeDocument/2006/relationships/notesMaster" Target="/ppt/notesMasters/notesMaster1.xml" Id="Ree441ccb791d4d0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c048c083134db1" /><Relationship Type="http://schemas.openxmlformats.org/officeDocument/2006/relationships/notesMaster" Target="/ppt/notesMasters/notesMaster1.xml" Id="Rce621efa3cd348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0326255f9c4d58" /><Relationship Type="http://schemas.openxmlformats.org/officeDocument/2006/relationships/notesMaster" Target="/ppt/notesMasters/notesMaster1.xml" Id="R2efa99ad423d4a7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e0f761993f46ee" /><Relationship Type="http://schemas.openxmlformats.org/officeDocument/2006/relationships/notesMaster" Target="/ppt/notesMasters/notesMaster1.xml" Id="R3b39e011da19469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b82c611287c4a1f" /><Relationship Type="http://schemas.openxmlformats.org/officeDocument/2006/relationships/notesMaster" Target="/ppt/notesMasters/notesMaster1.xml" Id="Rcd4b14f832544f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a642b5fb7143e4" /><Relationship Type="http://schemas.openxmlformats.org/officeDocument/2006/relationships/notesMaster" Target="/ppt/notesMasters/notesMaster1.xml" Id="Redee08673658488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3979632b324355" /><Relationship Type="http://schemas.openxmlformats.org/officeDocument/2006/relationships/notesMaster" Target="/ppt/notesMasters/notesMaster1.xml" Id="Rc14564bc399e4e8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6482ffd19ad40f0" /><Relationship Type="http://schemas.openxmlformats.org/officeDocument/2006/relationships/notesMaster" Target="/ppt/notesMasters/notesMaster1.xml" Id="R1c52daea32fd46e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22efb9e100948f4" /><Relationship Type="http://schemas.openxmlformats.org/officeDocument/2006/relationships/notesMaster" Target="/ppt/notesMasters/notesMaster1.xml" Id="Rbcdee179036543d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0df3cb30064579" /><Relationship Type="http://schemas.openxmlformats.org/officeDocument/2006/relationships/notesMaster" Target="/ppt/notesMasters/notesMaster1.xml" Id="R7d70a7ed606d42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43af2dcea574d60" /><Relationship Type="http://schemas.openxmlformats.org/officeDocument/2006/relationships/notesMaster" Target="/ppt/notesMasters/notesMaster1.xml" Id="Ra0b321904e22498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e15ff7fecc40ae" /><Relationship Type="http://schemas.openxmlformats.org/officeDocument/2006/relationships/notesMaster" Target="/ppt/notesMasters/notesMaster1.xml" Id="Rca3c72c8079c4e3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76a2be886774982" /><Relationship Type="http://schemas.openxmlformats.org/officeDocument/2006/relationships/notesMaster" Target="/ppt/notesMasters/notesMaster1.xml" Id="Rd3a7f7e7acec470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1b4b4b06ead48d1" /><Relationship Type="http://schemas.openxmlformats.org/officeDocument/2006/relationships/notesMaster" Target="/ppt/notesMasters/notesMaster1.xml" Id="Rff4f812f96524c3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9e39bd415e74990" /><Relationship Type="http://schemas.openxmlformats.org/officeDocument/2006/relationships/notesMaster" Target="/ppt/notesMasters/notesMaster1.xml" Id="Rdffb7d81be8645b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be6fe5c2cb941d3" /><Relationship Type="http://schemas.openxmlformats.org/officeDocument/2006/relationships/notesMaster" Target="/ppt/notesMasters/notesMaster1.xml" Id="Rc027f552a54b4ef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ad60cd12c3944c8" /><Relationship Type="http://schemas.openxmlformats.org/officeDocument/2006/relationships/notesMaster" Target="/ppt/notesMasters/notesMaster1.xml" Id="R272b614accb74c5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d3cf57f5abe4be9" /><Relationship Type="http://schemas.openxmlformats.org/officeDocument/2006/relationships/notesMaster" Target="/ppt/notesMasters/notesMaster1.xml" Id="R2d0adb487ac740e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ae8e3ead9d54e6c" /><Relationship Type="http://schemas.openxmlformats.org/officeDocument/2006/relationships/notesMaster" Target="/ppt/notesMasters/notesMaster1.xml" Id="R1da44a7776b94a8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944d66e2e074b0a" /><Relationship Type="http://schemas.openxmlformats.org/officeDocument/2006/relationships/notesMaster" Target="/ppt/notesMasters/notesMaster1.xml" Id="R8c4bfd868e824ab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b3b334743cd47bf" /><Relationship Type="http://schemas.openxmlformats.org/officeDocument/2006/relationships/notesMaster" Target="/ppt/notesMasters/notesMaster1.xml" Id="R8e958f7729d3475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f877068d91f48fb" /><Relationship Type="http://schemas.openxmlformats.org/officeDocument/2006/relationships/notesMaster" Target="/ppt/notesMasters/notesMaster1.xml" Id="R8ab3425f4b1c4f6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5ffd98716194402" /><Relationship Type="http://schemas.openxmlformats.org/officeDocument/2006/relationships/notesMaster" Target="/ppt/notesMasters/notesMaster1.xml" Id="Ra5bf2675f3154a5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667ade75cea40ee" /><Relationship Type="http://schemas.openxmlformats.org/officeDocument/2006/relationships/notesMaster" Target="/ppt/notesMasters/notesMaster1.xml" Id="R2fa525810e1a4d8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ef615d2b8084ec4" /><Relationship Type="http://schemas.openxmlformats.org/officeDocument/2006/relationships/notesMaster" Target="/ppt/notesMasters/notesMaster1.xml" Id="Rf167067bef48404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151de6732314b07" /><Relationship Type="http://schemas.openxmlformats.org/officeDocument/2006/relationships/notesMaster" Target="/ppt/notesMasters/notesMaster1.xml" Id="Reae7445e3d7b4c7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da8d6c618614047" /><Relationship Type="http://schemas.openxmlformats.org/officeDocument/2006/relationships/notesMaster" Target="/ppt/notesMasters/notesMaster1.xml" Id="Rdec0d03a746941e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3cad7ec302a4648" /><Relationship Type="http://schemas.openxmlformats.org/officeDocument/2006/relationships/notesMaster" Target="/ppt/notesMasters/notesMaster1.xml" Id="Ra25e9ac37c0747d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063d32a5d5c4f46" /><Relationship Type="http://schemas.openxmlformats.org/officeDocument/2006/relationships/notesMaster" Target="/ppt/notesMasters/notesMaster1.xml" Id="Rf90f656b0a9b4ab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b67f2605f334550" /><Relationship Type="http://schemas.openxmlformats.org/officeDocument/2006/relationships/notesMaster" Target="/ppt/notesMasters/notesMaster1.xml" Id="R1abd6a32be1a4c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https://docs.typesafe.ai/primitives/score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objetivo público do RLCD; procedimento de treino não descrito em detalhe.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calibração é uma propriedade estatística avaliada em muitos casos.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documentação TypeSafe para a alegação; métricas e desenho de avaliação propostos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Documento original: https://docs.google.com/document/d/1G61uUB0FifUnmmrPzFQojZ3KpczYKmXGpgEXDJ2l_Zg/edit . O Google Doc exporta como PDF de 12 páginas. Diogo compartilhou o Google Doc em https://x.com/CompleteSkeptic/status/2101894250401271876 . O post de N01ennn fala em PDF de 11 páginas; a autoria da síntese não foi verificada. A imagem é do documento público, não do PDF do post.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traz uma conta ilustrativa sobre roteamento e reprocessamento do contexto. Não usar a conta como benchmark medido. KV cache armazena representações de prefixos já processados; trocar de modelo não compartilha automaticamente esse cache. Fonte: Google Doc público, seção Thing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propõe Noul por bloco e, futuramente, Score para níveis de detalhe. Também propõe instruções condicionais e descoberta progressiva de ferramentas. São ideias, não sistema entregue. Fonte: Google Doc público, seções Meta-attention, First-principled version of Skills/MCP/Tool calling, Conditional system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baseada nas seções Permissions/Approval, MCP/Tool calling, Meta-attention e Routing + Sub-agents do Google Doc público. Jev não recebe autoridade irrestrita; o harness deve validar decisões e efeitos. O post de N01ennn é um resumo secundário: https://x.com/N01ennn/status/2103818303642689696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inferida das fontes primárias: TypeSafe, Laya, Julia-1, CLM e Span-01. Lançamentos próximos não provam que treinaram modelos completos após Jev.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oficiais: https://supersoniclabs.ia.br/ e https://supersoniclabs.ia.br/julia-1/ e https://huggingface.co/SupersonicLabs/Julia-1 . São números publicados pela própria equipe. Referência Jev reaproveitada, não nova rodada pareada. pt-BR e intenção do Maestro não foram avaliados.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 incluem Stanford e NVIDIA, conforme README/paper. Até 9× é alegação dos autores em tarefas selecionadas. O post no X diz até 13×; usar o README atualizado como fonte principal. https://github.com/Contrastive-LM/CLM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https://docs.typesafe.ai/introduction/machine-learning-primer ; https://github.com/NandhaKishorM/laya ; https://huggingface.co/SupersonicLabs/Julia-1 ; https://github.com/Contrastive-LM/CLM . Comparações de latência publicadas em hardware diferente não são ranking direto.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primeira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segunda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real: tools/jev_local_proxy.py, função request_payload.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Perguntas de discussão baseadas no corpus sintético de 60 falas e no erro CANCEL → CONFIRM. Calibração: comparar probabilidades com frequências em muitos casos semelhantes. Adoção permanece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97c886ca749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30d104c19b456e" /><Relationship Type="http://schemas.openxmlformats.org/officeDocument/2006/relationships/slideLayout" Target="/ppt/slideLayouts/slideLayout1.xml" Id="R31d38341cabf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38341cabf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f0d00e0d144d0" /><Relationship Type="http://schemas.openxmlformats.org/officeDocument/2006/relationships/notesSlide" Target="/ppt/notesSlides/notesSlide1.xml" Id="R55b80e62ad8f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6b099c1de4432" /><Relationship Type="http://schemas.openxmlformats.org/officeDocument/2006/relationships/notesSlide" Target="/ppt/notesSlides/notesSlide2.xml" Id="Rb7d2ac39d7e648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176e953764204" /><Relationship Type="http://schemas.openxmlformats.org/officeDocument/2006/relationships/notesSlide" Target="/ppt/notesSlides/notesSlide3.xml" Id="R94315f28e5b7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3ffa3907e4775" /><Relationship Type="http://schemas.openxmlformats.org/officeDocument/2006/relationships/notesSlide" Target="/ppt/notesSlides/notesSlide4.xml" Id="R4bbc0a2df5774f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792566b044ac0" /><Relationship Type="http://schemas.openxmlformats.org/officeDocument/2006/relationships/notesSlide" Target="/ppt/notesSlides/notesSlide5.xml" Id="R5bfb0ef3338348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da018972c4e37" /><Relationship Type="http://schemas.openxmlformats.org/officeDocument/2006/relationships/notesSlide" Target="/ppt/notesSlides/notesSlide6.xml" Id="R3798d2091a7f46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4f6ff38184b72" /><Relationship Type="http://schemas.openxmlformats.org/officeDocument/2006/relationships/notesSlide" Target="/ppt/notesSlides/notesSlide7.xml" Id="R60334cb46c234c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cc2466bcd4595" /><Relationship Type="http://schemas.openxmlformats.org/officeDocument/2006/relationships/notesSlide" Target="/ppt/notesSlides/notesSlide8.xml" Id="R57ab737742da4c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4024772934214" /><Relationship Type="http://schemas.openxmlformats.org/officeDocument/2006/relationships/notesSlide" Target="/ppt/notesSlides/notesSlide9.xml" Id="R61997027d46942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856b10f704c77" /><Relationship Type="http://schemas.openxmlformats.org/officeDocument/2006/relationships/notesSlide" Target="/ppt/notesSlides/notesSlide10.xml" Id="Ra456f2e45a9f4c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f17b3a2a44fc" /><Relationship Type="http://schemas.openxmlformats.org/officeDocument/2006/relationships/notesSlide" Target="/ppt/notesSlides/notesSlide11.xml" Id="R559aca49991a49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77c3271bb47f1" /><Relationship Type="http://schemas.openxmlformats.org/officeDocument/2006/relationships/notesSlide" Target="/ppt/notesSlides/notesSlide12.xml" Id="Rd36a7eaed2b747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edead322b4fef" /><Relationship Type="http://schemas.openxmlformats.org/officeDocument/2006/relationships/image" Target="/ppt/media/image.png" Id="R9051a89a5a424baa" /><Relationship Type="http://schemas.openxmlformats.org/officeDocument/2006/relationships/notesSlide" Target="/ppt/notesSlides/notesSlide13.xml" Id="R12fce4d307424c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faa0ac3414cac" /><Relationship Type="http://schemas.openxmlformats.org/officeDocument/2006/relationships/notesSlide" Target="/ppt/notesSlides/notesSlide14.xml" Id="R9477b9b137724a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d72af2922458c" /><Relationship Type="http://schemas.openxmlformats.org/officeDocument/2006/relationships/notesSlide" Target="/ppt/notesSlides/notesSlide15.xml" Id="R241ad11f63904e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f70ce7094ff2" /><Relationship Type="http://schemas.openxmlformats.org/officeDocument/2006/relationships/notesSlide" Target="/ppt/notesSlides/notesSlide16.xml" Id="R07337c95ad8845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7913eff804393" /><Relationship Type="http://schemas.openxmlformats.org/officeDocument/2006/relationships/notesSlide" Target="/ppt/notesSlides/notesSlide17.xml" Id="R600e31f4996d40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abe8445b84251" /><Relationship Type="http://schemas.openxmlformats.org/officeDocument/2006/relationships/notesSlide" Target="/ppt/notesSlides/notesSlide18.xml" Id="Rab87c367369848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52f9954df4d8f" /><Relationship Type="http://schemas.openxmlformats.org/officeDocument/2006/relationships/notesSlide" Target="/ppt/notesSlides/notesSlide19.xml" Id="R1b7fbbbb2fbf44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3e83feb07402d" /><Relationship Type="http://schemas.openxmlformats.org/officeDocument/2006/relationships/notesSlide" Target="/ppt/notesSlides/notesSlide20.xml" Id="R9d74f16345e141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fd3f373b84a30" /><Relationship Type="http://schemas.openxmlformats.org/officeDocument/2006/relationships/notesSlide" Target="/ppt/notesSlides/notesSlide21.xml" Id="Raad875679e4547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23c4340bf4e02" /><Relationship Type="http://schemas.openxmlformats.org/officeDocument/2006/relationships/notesSlide" Target="/ppt/notesSlides/notesSlide22.xml" Id="R6e7a3025871d4e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f7635606d4dff" /><Relationship Type="http://schemas.openxmlformats.org/officeDocument/2006/relationships/notesSlide" Target="/ppt/notesSlides/notesSlide23.xml" Id="R6f8a4350f3d344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0d80b2faa4d31" /><Relationship Type="http://schemas.openxmlformats.org/officeDocument/2006/relationships/notesSlide" Target="/ppt/notesSlides/notesSlide24.xml" Id="Rdbaf149488064d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f75d27d7e4772" /><Relationship Type="http://schemas.openxmlformats.org/officeDocument/2006/relationships/notesSlide" Target="/ppt/notesSlides/notesSlide25.xml" Id="R63885c2c25c744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d778408554957" /><Relationship Type="http://schemas.openxmlformats.org/officeDocument/2006/relationships/notesSlide" Target="/ppt/notesSlides/notesSlide26.xml" Id="R4cc71f23e5af4a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9de6e3fc249d5" /><Relationship Type="http://schemas.openxmlformats.org/officeDocument/2006/relationships/notesSlide" Target="/ppt/notesSlides/notesSlide27.xml" Id="Ra35bd4f0444e4d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39b3df5404f06" /><Relationship Type="http://schemas.openxmlformats.org/officeDocument/2006/relationships/notesSlide" Target="/ppt/notesSlides/notesSlide28.xml" Id="R948e61fc49024dc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5fcc107ba4dce" /><Relationship Type="http://schemas.openxmlformats.org/officeDocument/2006/relationships/image" Target="/ppt/media/image2.png" Id="R009b67da6a1d4281" /><Relationship Type="http://schemas.openxmlformats.org/officeDocument/2006/relationships/notesSlide" Target="/ppt/notesSlides/notesSlide29.xml" Id="R9a3dbe6b22484b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fc239f3fe4b3b" /><Relationship Type="http://schemas.openxmlformats.org/officeDocument/2006/relationships/notesSlide" Target="/ppt/notesSlides/notesSlide30.xml" Id="Rf6ea2c10da3f46c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a7158be504b44" /><Relationship Type="http://schemas.openxmlformats.org/officeDocument/2006/relationships/notesSlide" Target="/ppt/notesSlides/notesSlide31.xml" Id="R5df81ad4aeab498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32286a5a740e4" /><Relationship Type="http://schemas.openxmlformats.org/officeDocument/2006/relationships/notesSlide" Target="/ppt/notesSlides/notesSlide32.xml" Id="R41b3fcea7f7640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f8537a25c4fad" /><Relationship Type="http://schemas.openxmlformats.org/officeDocument/2006/relationships/notesSlide" Target="/ppt/notesSlides/notesSlide33.xml" Id="R1ec527f5ca4846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33b68ac7a4173" /><Relationship Type="http://schemas.openxmlformats.org/officeDocument/2006/relationships/notesSlide" Target="/ppt/notesSlides/notesSlide34.xml" Id="R48ae89cef1b349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bfdfc6dc40b8" /><Relationship Type="http://schemas.openxmlformats.org/officeDocument/2006/relationships/notesSlide" Target="/ppt/notesSlides/notesSlide35.xml" Id="R3ac00876e10b4d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d44ed7a4d4ef3" /><Relationship Type="http://schemas.openxmlformats.org/officeDocument/2006/relationships/notesSlide" Target="/ppt/notesSlides/notesSlide36.xml" Id="R7346e8772dfd457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935d4a21d4fe4" /><Relationship Type="http://schemas.openxmlformats.org/officeDocument/2006/relationships/notesSlide" Target="/ppt/notesSlides/notesSlide37.xml" Id="R9bedfe8586034e8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f18bf634c447c" /><Relationship Type="http://schemas.openxmlformats.org/officeDocument/2006/relationships/notesSlide" Target="/ppt/notesSlides/notesSlide38.xml" Id="Rb6c8ba4e87b84b8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a5b7848174c5a" /><Relationship Type="http://schemas.openxmlformats.org/officeDocument/2006/relationships/notesSlide" Target="/ppt/notesSlides/notesSlide39.xml" Id="R85cc157fe793405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e8ad3ffb145b4" /><Relationship Type="http://schemas.openxmlformats.org/officeDocument/2006/relationships/notesSlide" Target="/ppt/notesSlides/notesSlide40.xml" Id="R58268f6bdc17486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c12fe56ce4b42" /><Relationship Type="http://schemas.openxmlformats.org/officeDocument/2006/relationships/notesSlide" Target="/ppt/notesSlides/notesSlide41.xml" Id="R46a3464141be420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c63f360964a3f" /><Relationship Type="http://schemas.openxmlformats.org/officeDocument/2006/relationships/notesSlide" Target="/ppt/notesSlides/notesSlide42.xml" Id="R097dd3c7348549d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1d3f4f6df4833" /><Relationship Type="http://schemas.openxmlformats.org/officeDocument/2006/relationships/notesSlide" Target="/ppt/notesSlides/notesSlide43.xml" Id="Re5b4b74abd974e6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51260533d4992" /><Relationship Type="http://schemas.openxmlformats.org/officeDocument/2006/relationships/notesSlide" Target="/ppt/notesSlides/notesSlide44.xml" Id="Rc4d3832d8a15429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79f038cf4464b" /><Relationship Type="http://schemas.openxmlformats.org/officeDocument/2006/relationships/notesSlide" Target="/ppt/notesSlides/notesSlide45.xml" Id="Rb910fcb6efa94cc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9b598208543ab" /><Relationship Type="http://schemas.openxmlformats.org/officeDocument/2006/relationships/notesSlide" Target="/ppt/notesSlides/notesSlide46.xml" Id="Rba1d4179dfa34f1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206b80da04261" /><Relationship Type="http://schemas.openxmlformats.org/officeDocument/2006/relationships/notesSlide" Target="/ppt/notesSlides/notesSlide47.xml" Id="Rbbf6594f56bb4e2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b20ae8efb4dbc" /><Relationship Type="http://schemas.openxmlformats.org/officeDocument/2006/relationships/notesSlide" Target="/ppt/notesSlides/notesSlide48.xml" Id="Rea517f137eab4f8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59f10b8ca43b5" /><Relationship Type="http://schemas.openxmlformats.org/officeDocument/2006/relationships/notesSlide" Target="/ppt/notesSlides/notesSlide49.xml" Id="Rdfa20ae3da0d458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abe68b54b476f" /><Relationship Type="http://schemas.openxmlformats.org/officeDocument/2006/relationships/notesSlide" Target="/ppt/notesSlides/notesSlide50.xml" Id="R667ab8cf9a7b4e4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1016647ff426b" /><Relationship Type="http://schemas.openxmlformats.org/officeDocument/2006/relationships/notesSlide" Target="/ppt/notesSlides/notesSlide51.xml" Id="R61e77cb1ac224f8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f14b79c0e444c" /><Relationship Type="http://schemas.openxmlformats.org/officeDocument/2006/relationships/notesSlide" Target="/ppt/notesSlides/notesSlide52.xml" Id="R8d73c6c8f3ce4f2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6b78c0fbd4fa2" /><Relationship Type="http://schemas.openxmlformats.org/officeDocument/2006/relationships/notesSlide" Target="/ppt/notesSlides/notesSlide53.xml" Id="R183cd9511b1c446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7aa2db74e4ae7" /><Relationship Type="http://schemas.openxmlformats.org/officeDocument/2006/relationships/notesSlide" Target="/ppt/notesSlides/notesSlide54.xml" Id="R56ccac22dc31448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67952ce604223" /><Relationship Type="http://schemas.openxmlformats.org/officeDocument/2006/relationships/notesSlide" Target="/ppt/notesSlides/notesSlide55.xml" Id="R5a08c078ea7a4ec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14b6a3c1c4106" /><Relationship Type="http://schemas.openxmlformats.org/officeDocument/2006/relationships/notesSlide" Target="/ppt/notesSlides/notesSlide56.xml" Id="R3663f974433043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A88F-A3E6-4F5B-AE19-2A4E9E5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F7D77-D060-4381-A9BA-00BBE13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7B8E-0313-4199-8650-16ED369E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414A-97DE-4734-BB84-AFD98F0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510A-EFCF-481E-8FDB-3BDD1E7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17CB-4553-488C-A623-684469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5987-4129-4DF5-9BE9-F621ED6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DD73-FDE9-4DDC-82B5-E6D966E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8D780-0C15-41CF-89FF-1A889F4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543491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é Jev?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Modelo de decisão da TypeSafe: recebe estado e perguntas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Responde com escolha, probabilidade binária ou nota em escala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define opções, valida a resposta e decide a consequência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Útil quando a entrada é ambígua e a saída precisa ser pequena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FA78-D2BE-4168-B7AE-3DE5275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1DA5-3040-4D80-BAC1-749B92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2986-1830-428F-8D5B-91CD399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70B8-EE69-45CC-9D8E-C548AF7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a ideia por trás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0B54-8CAA-4699-876B-F840CCE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B89F-F41D-49C0-9377-5607F6CA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269EA-FC74-4E64-8E94-934044E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FD83-F2A4-44A9-B68D-AAE4D5E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A198A-B378-435E-AC2F-551FA7A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modelos de decisão rápida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FB11-A740-4406-982B-10AAF2F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59AB-CAF0-421F-B871-57180EE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“Sistema 1” de Kahneman; não descreve um cérebro artificial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6FDBA-95D6-4665-AA8A-970A811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4764A-75BE-444A-8867-5309448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o primeiro modelo público dessa família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8637F-2432-44A5-8046-BCE218B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2964-7218-42A4-ADCC-9B5F6A5A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169820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C723A-EECA-4A87-A5DA-2878E9E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8DFC-CFA4-4880-917D-7770F34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70E6-4A89-4BA7-8CA8-E91050A6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C03B-A0FC-4CCB-8C62-0C14A79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98483-7C65-4044-B00C-3E32351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2B0D0-D141-40AD-A109-8DCD34C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3149-CC37-415B-9CB1-F9F2035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41612-320B-4A1B-A038-CF54FC8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BD11-B7AA-4EB2-BB0B-3E62F4F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CA898-D0F2-40C0-8E0B-38AEC4F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94450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6502-155D-4C01-830B-EBCDF8F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AE10-33F2-4F0D-9FD9-49E77D6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2E059-BFE2-4AA2-916A-41F3295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1762-86DE-4045-AD0A-009AD23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B99D8-FB1E-423B-B1D4-528A971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CD2A-8F84-4045-89C2-208C892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EC11-3CBE-4E18-A411-F6D753C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5225-5468-4994-9000-A9A911D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81993-47D3-4210-9DD8-83B05A9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C392-22A0-4013-B1E1-3074606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CCC5-E9C7-457E-93C8-46D6B74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4512-90EE-43AF-A749-BD00FAF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695705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Choice: escolher uma opção de um catálogo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“Para qual equipe encaminhar esta mensagem?”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TÉCNICO · FINANCEIRO · COMERCIAL · HUMANO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choice + probabilities por opção +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“outro/revisão” se o catálogo não cobre todos os casos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Noul: responder uma pergunta sim/não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“A pessoa está pedindo atendimento humano?”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noul = P(sim), um número entre 0 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Perto de 0,5: caso incerto; o limiar fica no código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não retorna um campo confidence separado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Score: avaliar níveis ordenados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“Qual é a gravidade deste bug?”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cosmético → recurso afetado → bloqueante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score pode cair entre níveis; há probabilidades por nível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Score mede posição na escala descrita, não P(sim)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C219-C7D3-4C02-93C8-E8EDA6F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F80C-C3C4-43D8-B622-FB2DAC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05FDB-07A6-4B20-A607-6D280BC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CAE2-A2A7-40D3-AD0B-12C4516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AC33-0D2A-4C95-9904-DB6CD5A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82918-8FAD-4CA2-96BC-06491D3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6105-8AB5-497D-A774-8618D74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3B8E-1133-41BD-B812-C5D382C4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BB44-5814-4755-B54B-6B12A81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779136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F4773-3214-4E15-8080-CB93859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6F535-9EF4-49B9-B453-4154A8B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4582-694B-416B-AEA3-4256F14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EFFBB-26DD-4DDD-87CE-E5CB21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01FF-9E29-49A7-8D5C-09FC3F5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EAB4F-374C-4237-894F-4ED1E44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E812-881A-456C-855B-40E537E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3F9A6-230A-4DB8-B48F-A17BF71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38B6-F468-47D1-B870-7915890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0CBE-9CE4-4A0F-8A5A-3DC04DD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7DEC-032B-456D-BEB8-2AD0F63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635FD-2D4D-4CD6-BC71-71FBE8E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C83E-1B97-4F28-A16A-2171596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705730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DA8A2-9A75-4454-81CF-6C74932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B4CFB-4712-44C1-891D-5033131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C09C-D4A3-49B9-905E-33F848D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83374-B999-41D5-A1B2-57183DD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ECCC5-A082-4930-AB3F-1108F7F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45DA2-7E9D-4CFC-A2D9-4711CFA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B677-BB1A-404B-9DC9-433DC8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41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6B48-3913-434B-A215-541C8BB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36D64-4405-4762-87D2-780D2DA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E1F8-EFA4-480A-A738-AF972D6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F648-70F7-43A6-89A0-0349F9B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D9A43-BD7C-4742-88C1-26CE7FA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BF58-7EC1-4C1E-A0EA-6EE02A3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CE2E-9312-4B53-9737-0E04F8C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1a89a5a424baa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78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9DE6-A560-4C15-9A5F-F4D5A1C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BE0E-DD68-4341-8AFD-630BB47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6228-D050-4AD9-910A-FF9653D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A897-EF37-4AFD-B964-DFE5DBF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0D81-FF9D-4795-A737-EAA727A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E1B99-EA42-4BA8-919C-CAEB9CB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7EF7-8CCB-40AA-BDC2-8F7D771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B6F7-8276-4606-A2F3-0AFF642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0B4F-D486-4E5A-88B9-3F5DF3B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F481-EBF0-40FD-812E-19F81B0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608640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41BB-8F38-4941-A5C0-A2718DD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1C2DE-AB54-4E28-8FB9-47D9BBC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6B39-C007-4F4F-B0D7-5C2885E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E68F-0F16-4C9B-A707-804FD17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E83E-4F44-4967-897E-7342E7B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26F6-00DB-4EFE-AEF1-8B00547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5E39-AC1B-4B41-A236-4B78253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5876-FE1F-4C00-B120-EB98550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2993-8C9D-4103-8572-53BC39D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290393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2D79B-5740-46E4-B1C9-282873F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C64D-E2D7-440A-956A-5A27561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BC965-343B-4E39-B3E4-3C21E70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2B5B-C34A-4AEA-89BF-08A77E9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POST /v1/systemone · requisição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D369C-3005-4989-A90C-FD40D9D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6720-9443-48A3-87D6-E2B8C6D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A8B9-9F23-4E50-A250-94EF770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3861-D85E-4714-BD15-77B9F07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B4DAE-CFA3-4EA2-9323-D4666FF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POST /v1/systemone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"state": "Cobrança duplicada",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"model": "jev-1.13.0",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"questions": {"departamento":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"instructions": "Qual equipe atende?",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"criteria":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"FINANCEIRO": "Cobrança ou fatura",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"TECNICO": "Erro de integração"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}}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822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RL: aprender com recompensa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recebida do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Exemplos: jogo, controle robótico e navegação simulada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A13A-6813-4A14-8D77-498C74A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FF7D2-86DE-45A1-A74E-2F1D8F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FC71-9656-49D9-BA1F-3BDB6D0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2B98A-F36A-4D52-A3F0-2C23BFF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RLHF: aprender com preferência humana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3B01A-8DBD-4380-ADC7-B96F482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1BDA-AE02-47C5-8181-5A3AA61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EA6C-5658-4AC2-A73B-2C071E7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D12C0-D5A0-4D28-BC63-027837E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9CCF0-3CA8-4A29-B197-EBBD39D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 para uma mesma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6FA66-C8B0-4819-B040-30ADF04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3583C-D735-4FB6-BA22-88447AA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pessoas comparam quais respostas preferem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5606D-F74B-4BA4-887F-F0A7BA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84772-583D-4315-911D-5B9F6D4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bem avaliadas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69E8-F5D1-46C5-8962-23560B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C2E0-2E6D-4805-A97A-F893778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chat models: ChatGPT, Claude, Grok, DeepSeek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9553A-1A83-45EF-8AEB-0E8405E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461C1-4F52-4C49-9E71-0EA04A1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garante probabilidade calibrada</a:t>
            </a:r>
          </a:p>
        </p:txBody>
      </p:sp>
    </p:spTree>
    <p:extLst>
      <p:ext uri="{BB962C8B-B14F-4D97-AF65-F5344CB8AC3E}">
        <p14:creationId xmlns:p14="http://schemas.microsoft.com/office/powerpoint/2010/main" val="602112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03DE-9F09-438B-8106-7715103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FA62-32F6-43E6-B6FB-A2B742A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7D27-B205-4E33-B7F5-B1024A0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BA42-1D1F-4B33-A737-264ED79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RLVR: aprender com verificação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5A8-802E-4674-90B4-A50ECA5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C84D-7FD9-4173-BA29-B58E2D0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5716-39B0-408C-A704-4EBEE4E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1236-7EF1-4AAE-8AC8-12AD1A2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98A6-41FF-4204-8E6B-FF5B62E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BC60-527B-4C15-8216-D7DE612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463E8-E960-4BCF-B716-7B07730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 de código, gabarito matemático ou prova formal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C724-1307-4BFA-8093-D410BD1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39DC-7B59-40B7-8D92-626085E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8CF8-1B9F-4619-8C4B-48DCE02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FD54-FEF7-45EF-A035-0CCF70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reasoning models: o1, o3 (matemática/código)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AD00F-611D-41CF-A4C1-8CE4E56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5528F-29EE-4538-8DFC-560D042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no verificador não garante calibração</a:t>
            </a:r>
          </a:p>
        </p:txBody>
      </p:sp>
    </p:spTree>
    <p:extLst>
      <p:ext uri="{BB962C8B-B14F-4D97-AF65-F5344CB8AC3E}">
        <p14:creationId xmlns:p14="http://schemas.microsoft.com/office/powerpoint/2010/main" val="19517625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F525-A654-4D51-BE58-A918EC0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6114-C35E-47F2-A8E6-E9D628E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DFA7-5C58-4051-A60D-5F00AF7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3949-12DC-4A58-AC02-A495344E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decisões e probabilidades calibradas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FE0E2-0744-4B55-946F-278418A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C995-B89B-4C63-BAA1-304336B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BD85-DBF5-40ED-82D0-9A07E7A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A347A-4078-4ADE-9FE5-517D514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6A57E-ECDC-4F5D-B855-205E0F6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estado, pergunta e saídas bem definidas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50E9-FAAD-41D4-BD35-80061D8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376F-7787-498B-82B3-96D13B8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 visado: qualidade da decisão e da probabilidade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82F1E-C797-4266-8FF5-BB6DB68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BAFF4-DDD6-4617-880A-14F4C8C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procedimento interno não detalhado publicamente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D229-D69D-4251-9828-BA7AD07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0361-A236-46A4-9F5C-AD508E6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Choice, Noul ou Score com valores probabilísticos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6193A-C591-4E0D-B01E-1B5BEFA8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CECB-BB79-4132-A14E-E7992BED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objetivo declarado não prova calibração no seu domínio</a:t>
            </a:r>
          </a:p>
        </p:txBody>
      </p:sp>
    </p:spTree>
    <p:extLst>
      <p:ext uri="{BB962C8B-B14F-4D97-AF65-F5344CB8AC3E}">
        <p14:creationId xmlns:p14="http://schemas.microsoft.com/office/powerpoint/2010/main" val="386206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significa “calibrada”?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escolha com P=0,8 não promete acertar este caso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Em muitos casos comparáveis de P≈0,8, esperar ≈80% de acerto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Acertar muito e estimar bem a incerteza são metas diferentes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decisão pode ser correta e confiante demais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Calibração deve ser testada por classe e por contexto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conseguimos testar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Escolha: accuracy, macro-F1 e matriz de confusão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Probabilidades: Brier, ECE e curva de confiabilidade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Segurança: erros críticos por classe e limiar de 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corpus, versão, prompt e hardware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Sem detalhes do treino, não isolamos o efeito causal do RLCD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C89C0-BAFF-4405-A6C3-B5087F7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3DA8-893E-4421-87FE-0A02DAC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8CE6-9123-4502-B782-BB88D2A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82E9-77DA-4CE2-B63A-F4A822BB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C64C-1BA0-4B12-BA8A-F741B1F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B441-AE8E-4C68-A1BB-C280648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EB57B-06FD-4116-AA10-A5BC9CA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7A851-3684-4226-8D2B-6AFEF3B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75B6-4A1B-415C-A2CF-626D2A4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322B-0C20-4A8E-A041-6786536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0448770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CD7E5-28F4-4A60-BC00-3E5D9D3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74C8-DFCE-4289-9041-A95FD49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21CC-A7F0-42EB-948D-A6802AD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D2F9F-9538-4BBA-ABAA-0CF50FC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43F8-6709-44A9-9EEB-A3EBF02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188C-D25C-4A6D-8D19-B47B72E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706C-4329-4D7A-BA1B-6E4437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CED1-A309-4B34-9EC8-3724ED4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1501-F85E-4522-A53B-D3522C4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DC49-29A1-45DD-89C7-BA36E078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EEDC2-DF2E-49B2-98DF-5E9F6E5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EDD-F6B2-4743-9545-4C5D78D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9B42-D4F0-4904-8E50-0D575C6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2332867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1B25-7386-47D6-8149-DEF9762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5CE2-A6ED-4E90-A518-F4D1C4D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5BF8-C2ED-4E25-A4F8-9A9D26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2E63-35BC-4019-9DC0-19615C9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62FAA-61AE-4A0A-B895-B7B75E6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7C5FD-E20F-4270-B574-F39527D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C0B5C-3C38-44CC-9BEC-5710E9D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792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510A-D434-43BF-AEA7-6F7A1A6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8405-AA73-4A2C-B35F-BAD71EA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21CA-7D56-4785-AF0F-1A1CF0E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3836-19B6-4672-8FAB-AE669E50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E204-B3BD-4A58-8B46-30C28DF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C7DC-3B29-4377-9733-554BA07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0ABB-0E12-47A4-B587-8B1722E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56B2-1469-400C-9EC9-F27CDF2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F47E2-2962-46D2-86C6-5CC251E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0E86-EAEA-4D3B-9B75-12764C6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CA2-85DC-4098-90CE-2A180C7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5E01-4DAF-4991-8585-83646EA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2781919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A14EF-B8A1-4938-A8D4-DE743F9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2377C-396A-460F-BA77-9265D1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1686-D623-4831-A025-E2BD1A5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568CB-E29C-4936-8F76-20092F5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5CE0-7F16-4FBF-84BE-C4E0646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CEE1-2C32-476E-8E87-4C3CC75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C7613-74F8-4E8A-A75A-934DC52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22A6-CDA8-43D6-A87D-169C822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A5398-8B46-4866-ADD9-249FB9A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F783-3CB3-47E0-86C7-605DC8D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DD38-D914-47CE-9C03-38035F9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7A78-E1BE-4E5A-8246-A06DC6F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18233075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94716-0716-4F66-A082-D8EC73E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F3C2-25EF-42EC-BA6B-7BE1602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1194-CB62-409F-87E8-6765A53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2615C-48BD-438B-AA00-4182A2B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FCC9F-F564-44B6-A710-EA598DE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1F88-1C60-417E-A31D-7CA8E3E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272A2-F0A9-4B4B-BE6F-366950F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8311F-C0B4-43EF-B05B-38E61BD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9211-03B0-4164-A2E1-2F79330D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42664-1120-40A0-A842-EB06814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70104-A44F-4FDA-8A6C-28C144E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D808D-2EE9-4409-B475-0370791B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20740451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4208A-7275-475C-9993-594FDB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A6D8-1CE9-4ACD-A6AB-A9CF9F56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9ACC-62DA-408D-81D1-6C22CCD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40B9-BFBD-49D5-937F-DD39D6F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documento por trás do 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2358-6306-46A1-9FE5-DE20067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6266-09CF-413E-A11F-B19852E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4C15C-CC1B-44AB-9506-A80EB3C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b67da6a1d4281"/>
          <a:stretch xmlns:a="http://schemas.openxmlformats.org/drawingml/2006/main"/>
        </p:blipFill>
        <p:spPr>
          <a:xfrm xmlns:a="http://schemas.openxmlformats.org/drawingml/2006/main">
            <a:off x="590550" y="1751941"/>
            <a:ext cx="4667250" cy="363986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B282-8D8C-4456-AF6E-89CEBB7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76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Notas compartilhadas por Diogo Almeida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86A8D-66F7-4E9D-9823-2991A36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CBC8-60D9-465D-89A1-16477E7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Agente de código: loop com poucas ferramentas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E7B-C7FC-4C2D-BA7A-880C6E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B7A08-3BAE-4132-8877-AB156EE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575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 central: e sem KV cache?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26AC6-9BA8-4931-97DF-AAEB25B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FD5C2-8DCF-4BAE-AC52-4B3598C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957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texto é uma proposta; não traz benchmark do 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B59A-E69D-4D90-8071-85F4E2F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57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documento público; imagem da página 2</a:t>
            </a:r>
          </a:p>
        </p:txBody>
      </p:sp>
    </p:spTree>
    <p:extLst>
      <p:ext uri="{BB962C8B-B14F-4D97-AF65-F5344CB8AC3E}">
        <p14:creationId xmlns:p14="http://schemas.microsoft.com/office/powerpoint/2010/main" val="17807088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B8122-E3A1-488A-BA61-B78F7B0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CE07-24F9-493C-BDA5-3CB05A3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BB0E-A48A-4BA4-A8E1-ED577B1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3249-D505-4185-9A6E-F0DA71D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trocar de modelo pode sair caro?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0FA2-F288-44F3-864B-7CB814A0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63A7-CBAF-40D4-9170-3849D90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E54C-DD61-4E34-8592-9A5C3D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DB66-67D3-42B7-9B1B-7BC652C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longo já carregado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C4115-9655-43BD-A93F-EC65FB4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Modelo forte  →  modelo barato  →  modelo forte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A58BE-D445-4A24-A17D-07F0111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Na volta, o modelo forte pode precisar reler o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D2F5-2822-4362-A9C5-D28FAC2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 pergunta do documento: qual contexto cada chamada precisa receber?</a:t>
            </a:r>
          </a:p>
        </p:txBody>
      </p:sp>
    </p:spTree>
    <p:extLst>
      <p:ext uri="{BB962C8B-B14F-4D97-AF65-F5344CB8AC3E}">
        <p14:creationId xmlns:p14="http://schemas.microsoft.com/office/powerpoint/2010/main" val="20393390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B0010-7F4E-40DB-8CCF-73EDCB8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CB5FC-D3CE-47CA-9842-5DE11AE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2001-3DE1-4A99-9B3B-1F28AB3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14CD7-488A-4C9D-B0DF-B11A85F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montado para a próxima tarefa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6BCF4-C8F9-4E53-8206-FDB070F8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A91E-94D9-457D-BC08-6E7B482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6480-9B3A-4C25-82F8-D6DC80FB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53750" cy="3724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952875"/>
                <a:gridCol w="3667125"/>
              </a:tblGrid>
              <a:tr h="74485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Trecho disponível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Decisão possível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Quem aplica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 longa de ferramenta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ocultar / resumo / completo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Instrução de uma pasta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carregar quando relevante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Ferramenta do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mostrar descrição /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Resultado de subagente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passar só o necessário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AC3D5-03A1-47F4-B512-508B699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pode estimar relevância; o código monta e valida a janela.</a:t>
            </a:r>
          </a:p>
        </p:txBody>
      </p:sp>
    </p:spTree>
    <p:extLst>
      <p:ext uri="{BB962C8B-B14F-4D97-AF65-F5344CB8AC3E}">
        <p14:creationId xmlns:p14="http://schemas.microsoft.com/office/powerpoint/2010/main" val="2820462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87E3C-CC26-4031-931A-343B7F7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8DC8F-5D7B-456D-BBCE-51847EA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8840-5BF7-468B-8EDB-DD086EA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A8715-BC7F-4FF0-BB8A-6026E21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Onde Jev pode entrar no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4669-5507-4A8D-B9D1-B1C2395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2E1E-5FAC-4376-8ABB-E5D629E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E0FF-B404-4C56-8E2E-671599E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79DD-7225-478A-BB97-8AB734A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PEDIDO  →  ESTADO E CANDIDATOS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5513-B2EA-46C4-9338-FC678A9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JEV: contexto, ferramenta, rota ou permissão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4D1E2-D3E4-4194-A55C-D69A0BB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CÓDIGO: confere catálogo, política e estado atual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F24C-E1A1-4F7A-B7D6-3B0AEE5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/ FERRAMENTA: executa  →  testes e observação</a:t>
            </a:r>
          </a:p>
        </p:txBody>
      </p:sp>
    </p:spTree>
    <p:extLst>
      <p:ext uri="{BB962C8B-B14F-4D97-AF65-F5344CB8AC3E}">
        <p14:creationId xmlns:p14="http://schemas.microsoft.com/office/powerpoint/2010/main" val="13716665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DEAA-E296-48C5-A075-BCDBBD5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488E-8D5C-4649-9517-FF5DDA4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0DD3-F614-486C-A972-B6C63AC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82CE-FE0F-4F11-BCDD-340D282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surgiram tantos modelos parecidos?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70F44-FB7D-4624-9A20-7315D8B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3379-0AEB-4730-BDFF-F69ADA4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B208-3E6D-477A-8425-8473453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EB7B5-DE80-42CB-84D6-783C364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FDE8-C823-4880-A80C-EBB6DD14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mostrou uma interface clara: estado + opções + probabilidades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B026-A9A4-4712-946B-2C20C38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6F81-F5DA-4B9D-853E-9A747F5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Outros grupos reutilizaram encoders, pesos e benchmarks públicos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E0F4-1950-44D2-9F0B-48E4762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C659-4A7D-410E-B5A6-089D3EA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Cada projeto otimiza um recorte diferente: dispositivo, tarefa ou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9BAA-D708-4635-940F-54F3619E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CAA6-DBA3-448A-BF57-BEF1849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767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“Mais rápido” depende de hardware, rede, cache e tamanho da entrada</a:t>
            </a:r>
          </a:p>
        </p:txBody>
      </p:sp>
    </p:spTree>
    <p:extLst>
      <p:ext uri="{BB962C8B-B14F-4D97-AF65-F5344CB8AC3E}">
        <p14:creationId xmlns:p14="http://schemas.microsoft.com/office/powerpoint/2010/main" val="6948037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87D8-7BD6-4D4F-A78F-421F291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F445-D268-4887-AEA4-C35B6901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6B9B-ADC9-4F8C-909C-E02E76F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DE11C-8355-4EC9-A90C-10A9A44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D71F-933E-4ABE-B56D-5939EE3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77DD-C1DE-4D6C-9AD4-AAAAC7F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217D-5180-49C9-943E-9593ABF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54196-3A60-414F-BB21-FF5839C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6D98-204C-4B97-920A-F349553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7DEC5-F26A-4C3D-AF06-0BE664D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EF91-840D-4E1C-A8C1-9E61173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4834B-1581-435E-B809-8403B17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1B2EB-6724-4D9F-B1E0-EF0D6A1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C4302-1163-4A50-9CE6-564F075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5FF3-B4BD-4CA1-8EF7-26CE45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6768950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FD065-2238-4289-8586-BEBA274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BDD6-336B-4881-929C-2B89191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AFA29-63B4-4AA3-8389-34B78B2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174CD-C979-470E-8B58-50207B0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Laya: como a execução local muda a análise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1239-AC9A-4B39-AED8-BD99CC8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9F902-FFE3-4BB2-9E0F-C39A826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3FBD-6FBF-4B66-A047-85DD163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Pergunta para 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Qual checkpoint avaliar?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Como vão as seis classes?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Execução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Local; CPU/GPU/MLX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Memória e energia no alvo?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Velocidade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M3 Max: p50 7,39–13,42 ms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Quanto no Android real?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Estado aqui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testado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métricas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2992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67CB-8094-4CFB-A84B-49FDB1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ADE9-3908-4FE0-9D39-120C705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D5BA-CCF3-4B84-9288-46092D5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CFED-B817-44CB-A154-F74E026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Julia-1: pesquisa brasileira em decisão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3730-E5EF-4CA8-9E57-ED839B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6A08-C22D-4CAF-B504-B03EFAC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5AD0-1AC8-429C-A5C7-BA0129C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49EA-A9EB-4DE2-A381-DCD5FD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FCF71-9956-4B6E-9538-63F026A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Supersonic Labs, do Brasil: 144,3 milhões de parâmetros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B978F-1823-4720-9704-07B9343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95C4-4A85-441A-88D5-A73E66F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Base mmBERT-small; recebe estado, pergunta e 2 a 20 opções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3E450-0154-44DC-998A-B0CBBCB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7DA3-5C1E-464E-9876-629556A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Roda em CPU; há exportação ONNX/WebGPU e teste em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CDA9-8CF0-4E19-8B2D-81C705B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B8B41-6D6E-4EEB-8C8B-FC243B7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73,15% em typed decisions; Jev de referência: 72,70%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C4C9E-C7D3-471A-8AC8-66A8BD9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1594F-891F-4714-B858-9684937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Banking77: Julia 64%; referência Jev 87%</a:t>
            </a:r>
          </a:p>
        </p:txBody>
      </p:sp>
    </p:spTree>
    <p:extLst>
      <p:ext uri="{BB962C8B-B14F-4D97-AF65-F5344CB8AC3E}">
        <p14:creationId xmlns:p14="http://schemas.microsoft.com/office/powerpoint/2010/main" val="17907957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C8A6-2252-4731-AA91-0006A90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F398-DF0C-4AFA-9798-98B030E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F36D-031D-4306-B112-01FBC46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E6E7-29D4-47F7-8322-716F0CE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CLM: a proposta de Stanford e NVIDIA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E33C-47A4-4F62-84C9-B8E6EAE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8DB6-B82B-4809-9487-8DF6A673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498B-2B84-429E-A311-09B470F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A44A4-E07C-4E43-9EFB-A66B731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7D120-B93A-4935-B9AD-833978B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87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Dois encoders aproximam estado e ação no espaço vetorial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4D6F4-4452-498D-BDF7-E33056E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8D694-0458-495B-9F78-38E39F8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Ações conhecidas podem ter embeddings calculados 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EB91-224A-43A6-A257-C5E60E8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CF41-1BB6-48CB-BE04-4FE3719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2420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Treino contrastivo; seleção por similaridade, sem gerar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B2C0-63E3-43D3-A19F-20233B3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6F546-132F-4628-9DC0-DE4FE6F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7192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grupo relata até 9× menor latência em tarefas selecionadas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2B6F3-E951-4A94-B95B-C4E232F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0AC4D-837F-4317-9CC1-367947E2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É um modelo de 8B com GPU; não equivale ao Julia em CPU</a:t>
            </a:r>
          </a:p>
        </p:txBody>
      </p:sp>
    </p:spTree>
    <p:extLst>
      <p:ext uri="{BB962C8B-B14F-4D97-AF65-F5344CB8AC3E}">
        <p14:creationId xmlns:p14="http://schemas.microsoft.com/office/powerpoint/2010/main" val="3330425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3097-56D6-4CDE-8006-60C3867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A3A0-F3CB-4884-9BA3-66E388B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57C9-ECFA-45CF-8013-9AFEE2D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E56CD-99DB-4902-BD53-EB3E64A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Laya, Julia-1 e CLM: comparação útil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00FD-56D6-4915-9671-D35DB16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FB6B-E717-4AE4-8BC1-4D01406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63C3A-4F35-4D70-BD3E-DD62038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095750"/>
                <a:gridCol w="4857750"/>
              </a:tblGrid>
              <a:tr h="706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Como executa / decide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falta medir no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TypeSafe; decisão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ASR real, p95, erros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inferência local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Seis classes; memória e energia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Julia-1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mmBERT-small; CPU/ONNX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pt-BR, seis classes, falso aceite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CLM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Encoders; similaridade e cache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GPU, latência sem cache, custo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Teste comum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Macro-F1, Brier/ECE, p95, risco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8094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775A-4608-4B1C-9FBF-7D5EF08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BC79E-463D-43C7-BC47-D9E02F3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CA48-43DB-4094-A56A-602F5C8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B1C0-A006-4E1E-B205-0488B74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A552-FA1B-49B4-BC61-DC65243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E9672-EA9D-41E0-96ED-5E444EE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864-663E-454F-B0A1-6679171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05E9-92F6-43F4-8FC7-47AAD1E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043D-07D7-4BEA-BB79-E51D664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6935304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DD10-472A-4578-9D36-8DA2C93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E121E-5E8C-4C19-9E54-AAD6EEF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92A6-9BB2-4FF0-8DD3-F7E122B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4803-20E1-48B1-A4B2-6EF10E5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74E5-7F35-4B97-A3A9-DD80B94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4349-945A-42F8-9BC4-D0FE939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1DF6-8643-4418-82FC-52577CC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F767-9B96-4155-8394-5C92F67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A070-D2F7-4DA6-AFD8-D43A4CD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A207-AFCB-4CB1-81A8-16DD1F1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199D-4487-4FBA-8F03-3614475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D0B2-3E8C-4DCA-82FD-36181832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8617-190E-4928-94F6-4E19B9F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22232051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3BEED-BB05-4DC0-BB43-36AEAFD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83AC-73A9-425A-A8E8-5E7B10D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DD2F-CD0C-442D-8B29-C0E162C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1456-387B-4248-9B12-10CFD33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F3728-0561-4BD5-9CD1-773F008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27F1-0141-41C9-9248-C04D1CD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F5D2-BFB9-4F4C-8C86-182D5F5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E79AD-8A63-4EE3-A5C3-40B421F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1293-401F-46D3-958F-6751C375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08607-9E7E-430A-BF77-B73E9C1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D8A7-DDDB-445E-A164-EF9B069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C882-9A4E-426B-95DF-6185ADF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82687-6725-40C0-B41F-34DEAF7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21300362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3A96-FAB9-4F62-833E-C2A0E85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FA1B-B0EB-4C49-AB42-6557025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E237-569F-44B8-80DE-F39AA89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746DF-A871-4B61-BA8C-BF2494D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FD82-A28F-4793-9BA8-2BD3574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37399-1AFF-4121-A367-277AF7C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AA39-18CA-4BB1-9189-CDFFEC3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D369-BDAA-4EBA-A894-2B71ECD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E98D-28B7-45F8-B846-B3047BB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F3E1-7296-4192-8721-3074E3A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1470-CF2F-4403-8A96-4EAF8FC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DD39-D0DE-47BC-AA8C-962D082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FCCE1-9105-4075-B30B-7FA9DE8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617ED-7EF9-4B74-B0A7-3F4C386E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B3F4F-D5C8-4E65-88F9-0744C25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18581818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E76B-1CA8-4CDE-A204-BFD0EAB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A588-D08F-4E0A-926C-E0F9F67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2585-09F6-430E-828E-B2DC7F3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6ABEC-471C-44BF-A22C-DFC1380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FD4C-F516-46F7-A546-AFA6C8D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419E5-C620-4963-9939-13E7991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1A17-513F-4A96-ABD3-D4D0C52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F471-EA16-4A7D-B9FC-3BF6CC0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28AE-3EA4-4845-8386-0B648B3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F6884-7EA2-4EF0-9718-8A1F3DF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CF37F-3A7E-4A55-A62E-55704F8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29D9-3807-4A9B-B74F-F8BF5A4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9D3D6-214F-4413-B9F1-7B04E81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DC35D-A3DB-432B-BF4F-ADA3BD3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6692C-C2D6-469B-ABED-B85A9EB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9863563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2B63C-0E1A-4D30-B25D-CE25842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1B16-AD55-4027-9D6C-59215BF0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8D17D-F160-4A36-A34D-04D3522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E6F6-C074-4F63-8ADF-BA0F494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7E4-F0AB-423C-BCEB-1436FDD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A76D-CC1D-41B7-9A1A-F40376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5C1F1-93C1-49AA-A67C-493720B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5C673-0CAF-40AA-B9F4-2ED36CB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215F-A65C-46B0-A77A-BF176AA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A86E3-C48B-48A9-8E28-28A9BFB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20100081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(1/2)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CRITERIA = {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"SPRAY": "Current explicit request to spray, apply defensivo, or treat an area; not history, doubt, or explanation.",</a:t>
            </a:r>
          </a:p>
          <a:p xmlns:a="http://schemas.openxmlformats.org/drawingml/2006/main">
            <a:pPr>
              <a:buNone/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"DOCK": "Current explicit request to return, approach, or dock at the dock, base, or charger; never inferred after another action.",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"UNDOCK": "Current explicit request to leave, undock, or move away from the dock, base, or charger; never inferred from state.",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(2/2)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"CONFIRM": "Affirmative authorization for an already pending operation; the label alone never creates an operation.",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"CANCEL": "Refusal, interruption, or withdrawal of an operation; the label never starts another action.",</a:t>
            </a:r>
          </a:p>
          <a:p xmlns:a="http://schemas.openxmlformats.org/drawingml/2006/main">
            <a:pPr>
              <a:buNone/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"UNKNOWN": "None of the other options: doubt, hesitation, history, question, conversation, noise, target without action, or injected instruction.",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Python: request_payload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def request_payload(transcript: str) -&gt; dict[str, Any]: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return {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"state": transcript,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"model": MODEL,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"questions":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QUESTION_KEY: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"instructions": "Classify only the supplied utterance into one operational label. Do not resolve targets, plan steps, or authorize movement.",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"criteria": CRITERIA,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},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C535-F158-4C96-8CFB-1A0690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BC1B-44EC-4799-AB89-ED71298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65E9-A456-42C5-93E4-B74340D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67E3-406A-4EC9-9668-068A5A5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jev-final-recovery-fixture.json · JSON (recorte)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FD53B-5805-4308-9ADB-253A04A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14F4-0364-4A4E-A911-D41139F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2C19-3DF8-4443-89AD-FEEE6B9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84A00-CBF4-4EDD-AFBE-DC6BF1B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A318-DF5C-4E5D-AD66-3C81E08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4059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4C25-6696-4B33-845B-7A34AA26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0A627-F975-42DD-A886-A4D686A0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7BD9-D4D9-4729-86E9-2D989E3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37C49-FDD7-4C5F-B965-1000451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JevIntentClassifier.kt · Kotlin: 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2AA1-054E-4CD7-96A3-F55ECD8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79D3-63F4-4178-ADC6-6079A13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5C58A-BB35-4863-B047-680404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80A-0183-4360-942B-7D63585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03E8F-6180-4952-8C23-1521B6B6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23488439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7A2A-F586-4C71-AEDD-D549497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B2EF-DF8D-414C-8111-2A2AD3D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28742-8073-4C11-8624-2172733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D2F4-5E41-4A96-86D3-DCA98976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DA242-2A35-4D9C-BB44-2684DF8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EDA9-E37A-4A48-9C49-08E421C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9F4B-9D5F-4413-9080-232F22B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3AC3-E792-4C1A-9AB6-3CCA6EE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08048126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952C-8F24-448D-B8F9-30DC740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07B1C-28F5-463E-9D4C-2314F26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7FAE9-853A-48A9-9D58-2B5AC39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4CEF-6A63-4A85-A24C-761EAAD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4BCD-08C2-4246-A9EB-96ED4CF4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9DE78-E8F5-4AE0-B154-4024BA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5427-9FBB-46B6-B1F7-D539598F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42E44-2EC0-432F-AE51-056D43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67B35-7F09-4F1B-BC93-D1EFFEC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8672399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AEF20-D2D1-4EBC-A4BC-36061B0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75E9-3D59-43EE-BE11-1FB4567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A192-EBC2-4850-89ED-2656F49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7693-7CE3-4D35-8000-6CAEF0A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62710-0278-4DED-9BF5-9213E56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09B3-96AE-47F1-84F5-E99856C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F037-7663-4840-8DFD-A13D64C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F7D6-64F8-49DC-84C0-D50FA1D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F73E-E20E-458C-8713-1B1A79D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5F7F0-B597-4519-85A9-358DA9E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CD45-B2E5-46E3-805D-997B79D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0782-758D-4B69-9A2F-D961BB51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200554762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191E1-F020-44A3-A17C-589455B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9431-E2BE-41E0-A4F0-C6E52F0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5E5F1-8EEA-43C4-A034-465F2CB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E49F1-E8EC-4F07-97CB-A027EFA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ECA0-8BE4-4799-BCA7-D64A892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9934F-44C4-4022-B893-32F2AF7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C28E-31F3-44AB-8429-F523D1B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CE25-5DC2-4174-AE1F-7271BF5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6FA45-0AA2-49C4-9621-42EF416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F71F-CE00-4C5A-A013-63B18FD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E08BB-7A3E-4A5E-8689-BA2CD6B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46A2-0BFC-47A5-BDF4-A012FC0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5746249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AE6D-FA50-4C93-AA3F-01BA593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D48E3-B1E6-4308-AE68-5315FFC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4E54-DA7A-4C69-B162-9EE82F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B71A-E63D-4544-BE54-5ED7DB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5D13-035A-4D82-A5E6-3470992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FEED-D31A-47D3-BF54-D0FAC03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E344A-8534-4D3A-AD54-5454473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F3007-6FED-45B3-8811-F8F5D5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CFDC6-98DD-4BA3-95DF-7E2F21B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8A98A-8004-4387-BBC9-80C0EB0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A9EB-8237-45E6-918F-CB50873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347C6-4BA7-405C-9DB0-0F9036E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2DA80-1BA6-43AA-99D1-3C72041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8734751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00A8-E272-4A9B-BC1F-8B88005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580F-5211-401B-B821-DA70734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13606-EF57-4363-84FC-A7AAF7A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E0AF-8EEC-4EAD-9609-7D9D456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ainda precisamos testar?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00E3-F5CE-49B5-9259-B40CA92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4BB3-B18B-4C1A-9F59-6ADE6CA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00D2F-535D-43BA-A489-637F945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405D-68F1-4DD4-B41E-F2D0426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F437-3CCC-4FA3-BD55-0C4E22F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classifica bem transcrições de falas reais?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B5765-C381-48C7-9700-FF99B7F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D970-BFC5-4FFC-AF2F-9D8C1B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indica 80%, acerta perto de 80% dos casos parecidos?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0F7E-C03B-4CB2-88D5-73A338A6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67C31-28D5-4734-ABDE-FF296DE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Consegue distinguir “cancelar” de “confirmar” com segurança?</a:t>
            </a:r>
          </a:p>
        </p:txBody>
      </p:sp>
    </p:spTree>
    <p:extLst>
      <p:ext uri="{BB962C8B-B14F-4D97-AF65-F5344CB8AC3E}">
        <p14:creationId xmlns:p14="http://schemas.microsoft.com/office/powerpoint/2010/main" val="173405704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9F35-BBA6-498E-824B-0EC7CAB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B4F35-771A-4F5A-B2EB-6425258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30228-7C80-471D-8ED4-49BBEC3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93B9-CCE5-4F37-A3F7-E1EB721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3B778-5D40-45DA-9C4D-367A7FD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71C8-91A4-415B-A44D-0EE1AAF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6E34-0E45-46D8-8C86-A47CFCC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39DA-6EBE-4EC7-907F-0B4AE05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133E-D1B2-4EA4-BF79-A14B08F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181927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2026-09-27T23:29:29.1980000Z</dcterms:created>
  <dcterms:modified xsi:type="dcterms:W3CDTF">2026-09-27T23:29:29.1980000Z</dcterms:modified>
</coreProperties>
</file>